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70" r:id="rId2"/>
    <p:sldId id="257" r:id="rId3"/>
    <p:sldId id="258" r:id="rId4"/>
    <p:sldId id="260" r:id="rId5"/>
    <p:sldId id="261" r:id="rId6"/>
    <p:sldId id="262" r:id="rId7"/>
    <p:sldId id="272" r:id="rId8"/>
    <p:sldId id="269" r:id="rId9"/>
    <p:sldId id="271" r:id="rId10"/>
    <p:sldId id="264" r:id="rId11"/>
    <p:sldId id="268" r:id="rId12"/>
    <p:sldId id="263" r:id="rId13"/>
    <p:sldId id="266" r:id="rId14"/>
    <p:sldId id="267" r:id="rId15"/>
  </p:sldIdLst>
  <p:sldSz cx="18288000" cy="10287000"/>
  <p:notesSz cx="6858000" cy="9144000"/>
  <p:embeddedFontLst>
    <p:embeddedFont>
      <p:font typeface="Active Heart" panose="020B0604020202020204" charset="-128"/>
      <p:regular r:id="rId17"/>
    </p:embeddedFont>
    <p:embeddedFont>
      <p:font typeface="Aileron" panose="020B0604020202020204" charset="-94"/>
      <p:regular r:id="rId18"/>
    </p:embeddedFont>
    <p:embeddedFont>
      <p:font typeface="Aileron Bold" panose="020B0604020202020204" charset="-94"/>
      <p:regular r:id="rId19"/>
    </p:embeddedFont>
    <p:embeddedFont>
      <p:font typeface="Aileron Bold Italics" panose="020B0604020202020204" charset="-94"/>
      <p:regular r:id="rId20"/>
    </p:embeddedFont>
    <p:embeddedFont>
      <p:font typeface="Aileron Ultra-Bold" panose="020B0604020202020204" charset="-94"/>
      <p:regular r:id="rId21"/>
    </p:embeddedFont>
    <p:embeddedFont>
      <p:font typeface="Arial Black" panose="020B0A04020102020204" pitchFamily="34"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545"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25.04.2025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14</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7.svg"/><Relationship Id="rId23" Type="http://schemas.openxmlformats.org/officeDocument/2006/relationships/image" Target="../media/image25.svg"/><Relationship Id="rId10" Type="http://schemas.openxmlformats.org/officeDocument/2006/relationships/image" Target="../media/image12.png"/><Relationship Id="rId19" Type="http://schemas.openxmlformats.org/officeDocument/2006/relationships/image" Target="../media/image21.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 Id="rId22"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4.png"/><Relationship Id="rId3" Type="http://schemas.openxmlformats.org/officeDocument/2006/relationships/image" Target="../media/image5.png"/><Relationship Id="rId21" Type="http://schemas.openxmlformats.org/officeDocument/2006/relationships/image" Target="../media/image21.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3.svg"/><Relationship Id="rId2" Type="http://schemas.openxmlformats.org/officeDocument/2006/relationships/image" Target="../media/image4.png"/><Relationship Id="rId16" Type="http://schemas.openxmlformats.org/officeDocument/2006/relationships/image" Target="../media/image22.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5.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2.png"/><Relationship Id="rId3" Type="http://schemas.openxmlformats.org/officeDocument/2006/relationships/image" Target="../media/image5.png"/><Relationship Id="rId21" Type="http://schemas.openxmlformats.org/officeDocument/2006/relationships/image" Target="../media/image25.sv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21.svg"/><Relationship Id="rId2" Type="http://schemas.openxmlformats.org/officeDocument/2006/relationships/image" Target="../media/image4.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19.svg"/><Relationship Id="rId10" Type="http://schemas.openxmlformats.org/officeDocument/2006/relationships/image" Target="../media/image12.png"/><Relationship Id="rId19" Type="http://schemas.openxmlformats.org/officeDocument/2006/relationships/image" Target="../media/image23.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6"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5" Type="http://schemas.openxmlformats.org/officeDocument/2006/relationships/image" Target="../media/image2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587991" y="709674"/>
            <a:ext cx="16565170" cy="1450269"/>
          </a:xfrm>
          <a:prstGeom prst="rect">
            <a:avLst/>
          </a:prstGeom>
        </p:spPr>
        <p:txBody>
          <a:bodyPr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prstClr val="white"/>
                  </a:solidFill>
                </a:ln>
                <a:solidFill>
                  <a:srgbClr val="002060"/>
                </a:solidFill>
                <a:latin typeface="Arial Black" panose="020B0A04020102020204" pitchFamily="34" charset="0"/>
              </a:rPr>
              <a:t>EĞİTİM TEKNOLOJİLERİ YARIŞMASI</a:t>
            </a:r>
            <a:endParaRPr lang="en-US" sz="4400" b="1" dirty="0">
              <a:ln>
                <a:solidFill>
                  <a:prstClr val="white"/>
                </a:solidFill>
              </a:ln>
              <a:solidFill>
                <a:srgbClr val="002060"/>
              </a:solidFill>
              <a:latin typeface="Arial Black" panose="020B0A04020102020204" pitchFamily="34" charset="0"/>
            </a:endParaRPr>
          </a:p>
          <a:p>
            <a:pPr marL="0" marR="0" lvl="0" indent="0" algn="ctr" defTabSz="914400" rtl="0" eaLnBrk="1" fontAlgn="auto" latinLnBrk="0" hangingPunct="1">
              <a:lnSpc>
                <a:spcPts val="5759"/>
              </a:lnSpc>
              <a:spcBef>
                <a:spcPts val="0"/>
              </a:spcBef>
              <a:spcAft>
                <a:spcPts val="0"/>
              </a:spcAft>
              <a:buClrTx/>
              <a:buSzTx/>
              <a:buFontTx/>
              <a:buNone/>
              <a:tabLst/>
              <a:defRPr/>
            </a:pPr>
            <a:r>
              <a:rPr lang="en-US" sz="4400" b="1" dirty="0">
                <a:ln>
                  <a:solidFill>
                    <a:prstClr val="white"/>
                  </a:solidFill>
                </a:ln>
                <a:solidFill>
                  <a:srgbClr val="002060"/>
                </a:solidFill>
                <a:latin typeface="Arial Black" panose="020B0A04020102020204" pitchFamily="34" charset="0"/>
              </a:rPr>
              <a:t>PROJE SUNUMU</a:t>
            </a: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0" name="TextBox 10"/>
          <p:cNvSpPr txBox="1"/>
          <p:nvPr/>
        </p:nvSpPr>
        <p:spPr>
          <a:xfrm>
            <a:off x="1544306" y="3019045"/>
            <a:ext cx="14238557" cy="551946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EĞİTİM SEV</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YES</a:t>
            </a: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İ</a:t>
            </a: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a:t>
            </a: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KONUSU:</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609600" y="8981886"/>
            <a:ext cx="15229157"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*Bu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kapak</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sayfasıdır</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İstenilen</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bilgiler</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doğru</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girilmelidir</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Tüm</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sayfalarda</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olduğu</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gibi</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aynı</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kullanılmalı</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değişiklik</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yapılmamalıdır</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(Bu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açıklama</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rgbClr val="FF0000"/>
                </a:solidFill>
                <a:effectLst/>
                <a:uLnTx/>
                <a:uFillTx/>
                <a:latin typeface="Aileron Bold"/>
                <a:ea typeface="+mn-ea"/>
                <a:cs typeface="+mn-cs"/>
              </a:rPr>
              <a:t>silinmelidir</a:t>
            </a:r>
            <a:r>
              <a:rPr kumimoji="0" lang="en-US" sz="2000" b="0" i="0" u="none" strike="noStrike" kern="1200" cap="none" spc="0" normalizeH="0" baseline="0" noProof="0" dirty="0">
                <a:ln>
                  <a:solidFill>
                    <a:prstClr val="white"/>
                  </a:solidFill>
                </a:ln>
                <a:solidFill>
                  <a:srgbClr val="FF0000"/>
                </a:solidFill>
                <a:effectLs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9895" y="1348907"/>
            <a:ext cx="16980723" cy="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a:spLocks noGrp="1" noRot="1" noMove="1" noResize="1" noEditPoints="1" noAdjustHandles="1" noChangeArrowheads="1" noChangeShapeType="1"/>
          </p:cNvSpPr>
          <p:nvPr/>
        </p:nvSpPr>
        <p:spPr>
          <a:xfrm>
            <a:off x="156051" y="-185131"/>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Freeform 6"/>
          <p:cNvSpPr>
            <a:spLocks/>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7" name="Freeform 7"/>
          <p:cNvSpPr>
            <a:spLocks/>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8" name="Freeform 8"/>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9" name="Freeform 9"/>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0" name="Freeform 10"/>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1" name="AutoShape 1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12" name="TextBox 12"/>
          <p:cNvSpPr txBox="1">
            <a:spLocks noGrp="1" noRot="1" noMove="1" noResize="1" noEditPoints="1" noAdjustHandles="1" noChangeArrowheads="1" noChangeShapeType="1"/>
          </p:cNvSpPr>
          <p:nvPr/>
        </p:nvSpPr>
        <p:spPr>
          <a:xfrm>
            <a:off x="5929895" y="357001"/>
            <a:ext cx="7407793"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TAKIM TANITIMI</a:t>
            </a:r>
          </a:p>
        </p:txBody>
      </p:sp>
      <p:sp>
        <p:nvSpPr>
          <p:cNvPr id="13" name="TextBox 13"/>
          <p:cNvSpPr txBox="1">
            <a:spLocks/>
          </p:cNvSpPr>
          <p:nvPr/>
        </p:nvSpPr>
        <p:spPr>
          <a:xfrm>
            <a:off x="753578" y="9834486"/>
            <a:ext cx="2130891"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14" name="TextBox 14"/>
          <p:cNvSpPr txBox="1">
            <a:spLocks noGrp="1" noRot="1" noMove="1" noResize="1" noEditPoints="1" noAdjustHandles="1" noChangeArrowheads="1" noChangeShapeType="1"/>
          </p:cNvSpPr>
          <p:nvPr/>
        </p:nvSpPr>
        <p:spPr>
          <a:xfrm>
            <a:off x="17964460" y="9607673"/>
            <a:ext cx="115342" cy="647065"/>
          </a:xfrm>
          <a:prstGeom prst="rect">
            <a:avLst/>
          </a:prstGeom>
        </p:spPr>
        <p:txBody>
          <a:bodyPr lIns="0" tIns="0" rIns="0" bIns="0" rtlCol="0" anchor="t">
            <a:spAutoFit/>
          </a:bodyPr>
          <a:lstStyle/>
          <a:p>
            <a:pPr algn="ctr">
              <a:lnSpc>
                <a:spcPts val="4759"/>
              </a:lnSpc>
            </a:pPr>
            <a:r>
              <a:rPr lang="en-US" sz="3399">
                <a:solidFill>
                  <a:srgbClr val="1A426A"/>
                </a:solidFill>
                <a:latin typeface="Active Heart"/>
              </a:rPr>
              <a:t>1</a:t>
            </a:r>
          </a:p>
        </p:txBody>
      </p:sp>
      <p:sp>
        <p:nvSpPr>
          <p:cNvPr id="102" name="AutoShape 102"/>
          <p:cNvSpPr>
            <a:spLocks noGrp="1" noRot="1" noMove="1" noResize="1" noEditPoints="1" noAdjustHandles="1" noChangeArrowheads="1" noChangeShapeType="1"/>
          </p:cNvSpPr>
          <p:nvPr/>
        </p:nvSpPr>
        <p:spPr>
          <a:xfrm>
            <a:off x="1901349" y="9223729"/>
            <a:ext cx="14752190" cy="33362"/>
          </a:xfrm>
          <a:prstGeom prst="line">
            <a:avLst/>
          </a:prstGeom>
          <a:ln w="38100" cap="flat">
            <a:solidFill>
              <a:srgbClr val="344C54"/>
            </a:solidFill>
            <a:prstDash val="solid"/>
            <a:headEnd type="none" w="sm" len="sm"/>
            <a:tailEnd type="none" w="sm" len="sm"/>
          </a:ln>
        </p:spPr>
        <p:txBody>
          <a:bodyPr/>
          <a:lstStyle/>
          <a:p>
            <a:endParaRPr lang="tr-TR"/>
          </a:p>
        </p:txBody>
      </p:sp>
      <p:sp>
        <p:nvSpPr>
          <p:cNvPr id="113" name="TextBox 113"/>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4" name="TextBox 114"/>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
        <p:nvSpPr>
          <p:cNvPr id="115" name="TextBox 115"/>
          <p:cNvSpPr txBox="1"/>
          <p:nvPr/>
        </p:nvSpPr>
        <p:spPr>
          <a:xfrm>
            <a:off x="-343692" y="1500523"/>
            <a:ext cx="18127754" cy="934743"/>
          </a:xfrm>
          <a:prstGeom prst="rect">
            <a:avLst/>
          </a:prstGeom>
        </p:spPr>
        <p:txBody>
          <a:bodyPr lIns="0" tIns="0" rIns="0" bIns="0" rtlCol="0" anchor="t">
            <a:spAutoFit/>
          </a:bodyPr>
          <a:lstStyle/>
          <a:p>
            <a:pPr algn="ctr">
              <a:lnSpc>
                <a:spcPts val="2520"/>
              </a:lnSpc>
            </a:pPr>
            <a:r>
              <a:rPr lang="en-US" sz="1800" dirty="0" err="1">
                <a:solidFill>
                  <a:srgbClr val="DE2223"/>
                </a:solidFill>
                <a:latin typeface="Aileron Bold"/>
              </a:rPr>
              <a:t>Takım</a:t>
            </a:r>
            <a:r>
              <a:rPr lang="en-US" sz="1800" dirty="0">
                <a:solidFill>
                  <a:srgbClr val="DE2223"/>
                </a:solidFill>
                <a:latin typeface="Aileron Bold"/>
              </a:rPr>
              <a:t> </a:t>
            </a:r>
            <a:r>
              <a:rPr lang="en-US" sz="1800" dirty="0" err="1">
                <a:solidFill>
                  <a:srgbClr val="DE2223"/>
                </a:solidFill>
                <a:latin typeface="Aileron Bold"/>
              </a:rPr>
              <a:t>şablonundaki</a:t>
            </a:r>
            <a:r>
              <a:rPr lang="en-US" sz="1800" dirty="0">
                <a:solidFill>
                  <a:srgbClr val="DE2223"/>
                </a:solidFill>
                <a:latin typeface="Aileron Bold"/>
              </a:rPr>
              <a:t> kutu </a:t>
            </a:r>
            <a:r>
              <a:rPr lang="en-US" sz="1800" dirty="0" err="1">
                <a:solidFill>
                  <a:srgbClr val="DE2223"/>
                </a:solidFill>
                <a:latin typeface="Aileron Bold"/>
              </a:rPr>
              <a:t>sayısı</a:t>
            </a:r>
            <a:r>
              <a:rPr lang="en-US" sz="1800" dirty="0">
                <a:solidFill>
                  <a:srgbClr val="DE2223"/>
                </a:solidFill>
                <a:latin typeface="Aileron Bold"/>
              </a:rPr>
              <a:t> </a:t>
            </a:r>
            <a:r>
              <a:rPr lang="en-US" sz="1800" dirty="0" err="1">
                <a:solidFill>
                  <a:srgbClr val="DE2223"/>
                </a:solidFill>
                <a:latin typeface="Aileron Bold"/>
              </a:rPr>
              <a:t>takım</a:t>
            </a:r>
            <a:r>
              <a:rPr lang="en-US" sz="1800" dirty="0">
                <a:solidFill>
                  <a:srgbClr val="DE2223"/>
                </a:solidFill>
                <a:latin typeface="Aileron Bold"/>
              </a:rPr>
              <a:t> </a:t>
            </a:r>
            <a:r>
              <a:rPr lang="en-US" sz="1800" dirty="0" err="1">
                <a:solidFill>
                  <a:srgbClr val="DE2223"/>
                </a:solidFill>
                <a:latin typeface="Aileron Bold"/>
              </a:rPr>
              <a:t>üye</a:t>
            </a:r>
            <a:r>
              <a:rPr lang="en-US" sz="1800" dirty="0">
                <a:solidFill>
                  <a:srgbClr val="DE2223"/>
                </a:solidFill>
                <a:latin typeface="Aileron Bold"/>
              </a:rPr>
              <a:t> </a:t>
            </a:r>
            <a:r>
              <a:rPr lang="en-US" sz="1800" dirty="0" err="1">
                <a:solidFill>
                  <a:srgbClr val="DE2223"/>
                </a:solidFill>
                <a:latin typeface="Aileron Bold"/>
              </a:rPr>
              <a:t>sayısına</a:t>
            </a:r>
            <a:r>
              <a:rPr lang="en-US" sz="1800" dirty="0">
                <a:solidFill>
                  <a:srgbClr val="DE2223"/>
                </a:solidFill>
                <a:latin typeface="Aileron Bold"/>
              </a:rPr>
              <a:t> </a:t>
            </a:r>
            <a:r>
              <a:rPr lang="en-US" sz="1800" dirty="0" err="1">
                <a:solidFill>
                  <a:srgbClr val="DE2223"/>
                </a:solidFill>
                <a:latin typeface="Aileron Bold"/>
              </a:rPr>
              <a:t>göre</a:t>
            </a:r>
            <a:r>
              <a:rPr lang="en-US" sz="1800" dirty="0">
                <a:solidFill>
                  <a:srgbClr val="DE2223"/>
                </a:solidFill>
                <a:latin typeface="Aileron Bold"/>
              </a:rPr>
              <a:t> </a:t>
            </a:r>
            <a:r>
              <a:rPr lang="en-US" sz="1800" dirty="0" err="1">
                <a:solidFill>
                  <a:srgbClr val="DE2223"/>
                </a:solidFill>
                <a:latin typeface="Aileron Bold"/>
              </a:rPr>
              <a:t>güncellenmelidir</a:t>
            </a:r>
            <a:r>
              <a:rPr lang="en-US" sz="1800" dirty="0">
                <a:solidFill>
                  <a:srgbClr val="DE2223"/>
                </a:solidFill>
                <a:latin typeface="Aileron Bold"/>
              </a:rPr>
              <a:t>. </a:t>
            </a:r>
            <a:r>
              <a:rPr lang="en-US" sz="1800" dirty="0" err="1">
                <a:solidFill>
                  <a:srgbClr val="DE2223"/>
                </a:solidFill>
                <a:latin typeface="Aileron Bold"/>
              </a:rPr>
              <a:t>Şablondaki</a:t>
            </a:r>
            <a:r>
              <a:rPr lang="en-US" sz="1800" dirty="0">
                <a:solidFill>
                  <a:srgbClr val="DE2223"/>
                </a:solidFill>
                <a:latin typeface="Aileron Bold"/>
              </a:rPr>
              <a:t> </a:t>
            </a:r>
            <a:r>
              <a:rPr lang="en-US" sz="1800" dirty="0" err="1">
                <a:solidFill>
                  <a:srgbClr val="DE2223"/>
                </a:solidFill>
                <a:latin typeface="Aileron Bold"/>
              </a:rPr>
              <a:t>istenilen</a:t>
            </a:r>
            <a:r>
              <a:rPr lang="en-US" sz="1800" dirty="0">
                <a:solidFill>
                  <a:srgbClr val="DE2223"/>
                </a:solidFill>
                <a:latin typeface="Aileron Bold"/>
              </a:rPr>
              <a:t> </a:t>
            </a:r>
            <a:r>
              <a:rPr lang="en-US" sz="1800" dirty="0" err="1">
                <a:solidFill>
                  <a:srgbClr val="DE2223"/>
                </a:solidFill>
                <a:latin typeface="Aileron Bold"/>
              </a:rPr>
              <a:t>bilgiler</a:t>
            </a:r>
            <a:r>
              <a:rPr lang="en-US" sz="1800" dirty="0">
                <a:solidFill>
                  <a:srgbClr val="DE2223"/>
                </a:solidFill>
                <a:latin typeface="Aileron Bold"/>
              </a:rPr>
              <a:t> </a:t>
            </a:r>
            <a:r>
              <a:rPr lang="en-US" sz="1800" dirty="0" err="1">
                <a:solidFill>
                  <a:srgbClr val="DE2223"/>
                </a:solidFill>
                <a:latin typeface="Aileron Bold"/>
              </a:rPr>
              <a:t>doldurulmalıdır</a:t>
            </a:r>
            <a:r>
              <a:rPr lang="en-US" sz="1800" dirty="0">
                <a:solidFill>
                  <a:srgbClr val="DE2223"/>
                </a:solidFill>
                <a:latin typeface="Aileron Bold"/>
              </a:rPr>
              <a:t>.</a:t>
            </a:r>
          </a:p>
          <a:p>
            <a:pPr algn="ctr">
              <a:lnSpc>
                <a:spcPts val="2520"/>
              </a:lnSpc>
            </a:pPr>
            <a:r>
              <a:rPr lang="en-US" sz="1800" dirty="0" err="1">
                <a:solidFill>
                  <a:srgbClr val="DE2223"/>
                </a:solidFill>
                <a:latin typeface="Aileron Bold"/>
              </a:rPr>
              <a:t>Takım</a:t>
            </a:r>
            <a:r>
              <a:rPr lang="en-US" sz="1800" dirty="0">
                <a:solidFill>
                  <a:srgbClr val="DE2223"/>
                </a:solidFill>
                <a:latin typeface="Aileron Bold"/>
              </a:rPr>
              <a:t> </a:t>
            </a:r>
            <a:r>
              <a:rPr lang="en-US" sz="1800" dirty="0" err="1">
                <a:solidFill>
                  <a:srgbClr val="DE2223"/>
                </a:solidFill>
                <a:latin typeface="Aileron Bold"/>
              </a:rPr>
              <a:t>tanıtımı</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(1) </a:t>
            </a:r>
            <a:r>
              <a:rPr lang="en-US" sz="1800" dirty="0" err="1">
                <a:solidFill>
                  <a:srgbClr val="DE2223"/>
                </a:solidFill>
                <a:latin typeface="Aileron Bold"/>
              </a:rPr>
              <a:t>sayfadır</a:t>
            </a:r>
            <a:r>
              <a:rPr lang="en-US" sz="1800" dirty="0">
                <a:solidFill>
                  <a:srgbClr val="DE2223"/>
                </a:solidFill>
                <a:latin typeface="Aileron Bold"/>
              </a:rPr>
              <a:t>. </a:t>
            </a: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sınırı</a:t>
            </a:r>
            <a:r>
              <a:rPr lang="en-US" sz="1800"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r>
              <a:rPr lang="tr-TR" sz="1800" dirty="0">
                <a:solidFill>
                  <a:srgbClr val="DE2223"/>
                </a:solidFill>
                <a:latin typeface="Aileron Bold"/>
              </a:rPr>
              <a:t> </a:t>
            </a:r>
          </a:p>
          <a:p>
            <a:pPr algn="ctr">
              <a:lnSpc>
                <a:spcPts val="2520"/>
              </a:lnSpc>
            </a:pPr>
            <a:r>
              <a:rPr lang="tr-TR" sz="1800" dirty="0">
                <a:solidFill>
                  <a:srgbClr val="DE2223"/>
                </a:solidFill>
                <a:latin typeface="Aileron Bold"/>
              </a:rPr>
              <a:t>Takım kaptanı bilgilerini ilgili alanda verip tekrar üye olarak yer verm</a:t>
            </a:r>
            <a:r>
              <a:rPr lang="tr-TR" dirty="0">
                <a:solidFill>
                  <a:srgbClr val="DE2223"/>
                </a:solidFill>
                <a:latin typeface="Aileron Bold"/>
              </a:rPr>
              <a:t>emelisiniz. </a:t>
            </a:r>
            <a:endParaRPr lang="en-US" sz="1800" dirty="0">
              <a:solidFill>
                <a:srgbClr val="DE2223"/>
              </a:solidFill>
              <a:latin typeface="Aileron Bold"/>
            </a:endParaRPr>
          </a:p>
        </p:txBody>
      </p:sp>
      <p:sp>
        <p:nvSpPr>
          <p:cNvPr id="29" name="AutoShape 19">
            <a:extLst>
              <a:ext uri="{FF2B5EF4-FFF2-40B4-BE49-F238E27FC236}">
                <a16:creationId xmlns:a16="http://schemas.microsoft.com/office/drawing/2014/main" id="{AABB675C-4E3B-68B8-31FD-C7B0ABFEFAC7}"/>
              </a:ext>
            </a:extLst>
          </p:cNvPr>
          <p:cNvSpPr/>
          <p:nvPr/>
        </p:nvSpPr>
        <p:spPr>
          <a:xfrm>
            <a:off x="10378728" y="4879501"/>
            <a:ext cx="3603191" cy="1216358"/>
          </a:xfrm>
          <a:prstGeom prst="rect">
            <a:avLst/>
          </a:prstGeom>
          <a:solidFill>
            <a:schemeClr val="accent1"/>
          </a:solidFill>
        </p:spPr>
        <p:txBody>
          <a:bodyPr/>
          <a:lstStyle/>
          <a:p>
            <a:endParaRPr lang="tr-TR"/>
          </a:p>
        </p:txBody>
      </p:sp>
      <p:sp>
        <p:nvSpPr>
          <p:cNvPr id="30" name="AutoShape 20">
            <a:extLst>
              <a:ext uri="{FF2B5EF4-FFF2-40B4-BE49-F238E27FC236}">
                <a16:creationId xmlns:a16="http://schemas.microsoft.com/office/drawing/2014/main" id="{5A624281-7678-3555-B699-E00E5F4E5508}"/>
              </a:ext>
            </a:extLst>
          </p:cNvPr>
          <p:cNvSpPr/>
          <p:nvPr/>
        </p:nvSpPr>
        <p:spPr>
          <a:xfrm>
            <a:off x="6052442" y="4879501"/>
            <a:ext cx="3600486" cy="1216358"/>
          </a:xfrm>
          <a:prstGeom prst="rect">
            <a:avLst/>
          </a:prstGeom>
          <a:solidFill>
            <a:schemeClr val="tx2">
              <a:lumMod val="20000"/>
              <a:lumOff val="80000"/>
            </a:schemeClr>
          </a:solidFill>
        </p:spPr>
        <p:txBody>
          <a:bodyPr/>
          <a:lstStyle/>
          <a:p>
            <a:endParaRPr lang="tr-TR"/>
          </a:p>
        </p:txBody>
      </p:sp>
      <p:sp>
        <p:nvSpPr>
          <p:cNvPr id="31" name="AutoShape 21">
            <a:extLst>
              <a:ext uri="{FF2B5EF4-FFF2-40B4-BE49-F238E27FC236}">
                <a16:creationId xmlns:a16="http://schemas.microsoft.com/office/drawing/2014/main" id="{705935EC-CD89-01BB-9691-32E7C6D59C43}"/>
              </a:ext>
            </a:extLst>
          </p:cNvPr>
          <p:cNvSpPr/>
          <p:nvPr/>
        </p:nvSpPr>
        <p:spPr>
          <a:xfrm>
            <a:off x="10378728" y="3545860"/>
            <a:ext cx="3603191" cy="1216358"/>
          </a:xfrm>
          <a:prstGeom prst="rect">
            <a:avLst/>
          </a:prstGeom>
          <a:solidFill>
            <a:schemeClr val="tx2">
              <a:lumMod val="60000"/>
              <a:lumOff val="40000"/>
              <a:alpha val="80000"/>
            </a:schemeClr>
          </a:solidFill>
        </p:spPr>
        <p:txBody>
          <a:bodyPr/>
          <a:lstStyle/>
          <a:p>
            <a:endParaRPr lang="tr-TR"/>
          </a:p>
        </p:txBody>
      </p:sp>
      <p:sp>
        <p:nvSpPr>
          <p:cNvPr id="35" name="AutoShape 22">
            <a:extLst>
              <a:ext uri="{FF2B5EF4-FFF2-40B4-BE49-F238E27FC236}">
                <a16:creationId xmlns:a16="http://schemas.microsoft.com/office/drawing/2014/main" id="{9ADDB584-EEE0-C1A3-EE24-01FE9943FBC7}"/>
              </a:ext>
            </a:extLst>
          </p:cNvPr>
          <p:cNvSpPr/>
          <p:nvPr/>
        </p:nvSpPr>
        <p:spPr>
          <a:xfrm>
            <a:off x="6052442" y="3545860"/>
            <a:ext cx="3600486" cy="1216358"/>
          </a:xfrm>
          <a:prstGeom prst="rect">
            <a:avLst/>
          </a:prstGeom>
          <a:solidFill>
            <a:schemeClr val="accent1">
              <a:lumMod val="40000"/>
              <a:lumOff val="60000"/>
              <a:alpha val="80000"/>
            </a:schemeClr>
          </a:solidFill>
          <a:ln cap="sq">
            <a:noFill/>
            <a:prstDash val="solid"/>
            <a:miter/>
          </a:ln>
        </p:spPr>
        <p:txBody>
          <a:bodyPr/>
          <a:lstStyle/>
          <a:p>
            <a:endParaRPr lang="tr-TR"/>
          </a:p>
        </p:txBody>
      </p:sp>
      <p:sp>
        <p:nvSpPr>
          <p:cNvPr id="36" name="AutoShape 32">
            <a:extLst>
              <a:ext uri="{FF2B5EF4-FFF2-40B4-BE49-F238E27FC236}">
                <a16:creationId xmlns:a16="http://schemas.microsoft.com/office/drawing/2014/main" id="{2078DF1A-6EED-33E3-9EDB-E004E2DD1794}"/>
              </a:ext>
            </a:extLst>
          </p:cNvPr>
          <p:cNvSpPr/>
          <p:nvPr/>
        </p:nvSpPr>
        <p:spPr>
          <a:xfrm>
            <a:off x="6052442" y="6213142"/>
            <a:ext cx="3600486" cy="1216358"/>
          </a:xfrm>
          <a:prstGeom prst="rect">
            <a:avLst/>
          </a:prstGeom>
          <a:solidFill>
            <a:schemeClr val="accent1">
              <a:lumMod val="60000"/>
              <a:lumOff val="40000"/>
            </a:schemeClr>
          </a:solidFill>
        </p:spPr>
        <p:txBody>
          <a:bodyPr/>
          <a:lstStyle/>
          <a:p>
            <a:endParaRPr lang="tr-TR" dirty="0"/>
          </a:p>
        </p:txBody>
      </p:sp>
      <p:sp>
        <p:nvSpPr>
          <p:cNvPr id="55" name="Freeform 52">
            <a:extLst>
              <a:ext uri="{FF2B5EF4-FFF2-40B4-BE49-F238E27FC236}">
                <a16:creationId xmlns:a16="http://schemas.microsoft.com/office/drawing/2014/main" id="{3C978E3D-A888-BFED-4F90-8600F8DE4C3D}"/>
              </a:ext>
            </a:extLst>
          </p:cNvPr>
          <p:cNvSpPr>
            <a:spLocks/>
          </p:cNvSpPr>
          <p:nvPr/>
        </p:nvSpPr>
        <p:spPr>
          <a:xfrm rot="10800000">
            <a:off x="3614323" y="5312266"/>
            <a:ext cx="173874" cy="150401"/>
          </a:xfrm>
          <a:custGeom>
            <a:avLst/>
            <a:gdLst/>
            <a:ahLst/>
            <a:cxnLst/>
            <a:rect l="l" t="t" r="r" b="b"/>
            <a:pathLst>
              <a:path w="173874" h="150401">
                <a:moveTo>
                  <a:pt x="0" y="0"/>
                </a:moveTo>
                <a:lnTo>
                  <a:pt x="173873" y="0"/>
                </a:lnTo>
                <a:lnTo>
                  <a:pt x="173873"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56" name="TextBox 62">
            <a:extLst>
              <a:ext uri="{FF2B5EF4-FFF2-40B4-BE49-F238E27FC236}">
                <a16:creationId xmlns:a16="http://schemas.microsoft.com/office/drawing/2014/main" id="{5A225894-DDC3-7C1F-EC8F-326F12464439}"/>
              </a:ext>
            </a:extLst>
          </p:cNvPr>
          <p:cNvSpPr txBox="1"/>
          <p:nvPr/>
        </p:nvSpPr>
        <p:spPr>
          <a:xfrm>
            <a:off x="2318255" y="3047221"/>
            <a:ext cx="2745589" cy="410268"/>
          </a:xfrm>
          <a:prstGeom prst="rect">
            <a:avLst/>
          </a:prstGeom>
        </p:spPr>
        <p:txBody>
          <a:bodyPr lIns="0" tIns="0" rIns="0" bIns="0" rtlCol="0" anchor="t">
            <a:spAutoFit/>
          </a:bodyPr>
          <a:lstStyle/>
          <a:p>
            <a:pPr marL="0" lvl="0" indent="0" algn="ctr">
              <a:lnSpc>
                <a:spcPts val="3225"/>
              </a:lnSpc>
              <a:spcBef>
                <a:spcPct val="0"/>
              </a:spcBef>
            </a:pPr>
            <a:r>
              <a:rPr lang="en-US" sz="2462" spc="73">
                <a:solidFill>
                  <a:srgbClr val="1A426A"/>
                </a:solidFill>
                <a:latin typeface="Aileron Ultra-Bold"/>
              </a:rPr>
              <a:t>TAKIM YAPISI</a:t>
            </a:r>
          </a:p>
        </p:txBody>
      </p:sp>
      <p:sp>
        <p:nvSpPr>
          <p:cNvPr id="57" name="TextBox 63">
            <a:extLst>
              <a:ext uri="{FF2B5EF4-FFF2-40B4-BE49-F238E27FC236}">
                <a16:creationId xmlns:a16="http://schemas.microsoft.com/office/drawing/2014/main" id="{555F64C0-6040-C602-E0FC-469EF04F3DF0}"/>
              </a:ext>
            </a:extLst>
          </p:cNvPr>
          <p:cNvSpPr txBox="1"/>
          <p:nvPr/>
        </p:nvSpPr>
        <p:spPr>
          <a:xfrm>
            <a:off x="7475074" y="3682968"/>
            <a:ext cx="1732974" cy="784574"/>
          </a:xfrm>
          <a:prstGeom prst="rect">
            <a:avLst/>
          </a:prstGeom>
        </p:spPr>
        <p:txBody>
          <a:bodyPr lIns="0" tIns="0" rIns="0" bIns="0" rtlCol="0" anchor="t">
            <a:spAutoFit/>
          </a:bodyPr>
          <a:lstStyle/>
          <a:p>
            <a:pPr algn="ctr">
              <a:lnSpc>
                <a:spcPts val="2088"/>
              </a:lnSpc>
            </a:pPr>
            <a:r>
              <a:rPr lang="en-US" sz="1492" dirty="0">
                <a:latin typeface="Aileron"/>
              </a:rPr>
              <a:t>ÜYE 1         TAKIMDAKİ GÖREVİ EĞİTİM BİLGİSİ</a:t>
            </a:r>
          </a:p>
        </p:txBody>
      </p:sp>
      <p:sp>
        <p:nvSpPr>
          <p:cNvPr id="68" name="TextBox 64">
            <a:extLst>
              <a:ext uri="{FF2B5EF4-FFF2-40B4-BE49-F238E27FC236}">
                <a16:creationId xmlns:a16="http://schemas.microsoft.com/office/drawing/2014/main" id="{55C710D5-E21F-C4CD-F401-1E47F19FF43B}"/>
              </a:ext>
            </a:extLst>
          </p:cNvPr>
          <p:cNvSpPr txBox="1"/>
          <p:nvPr/>
        </p:nvSpPr>
        <p:spPr>
          <a:xfrm>
            <a:off x="2714352" y="4966771"/>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DANIŞMANI</a:t>
            </a:r>
            <a:endParaRPr lang="en-US" sz="1436" dirty="0">
              <a:solidFill>
                <a:srgbClr val="191919"/>
              </a:solidFill>
              <a:latin typeface="Aileron Bold"/>
            </a:endParaRPr>
          </a:p>
        </p:txBody>
      </p:sp>
      <p:sp>
        <p:nvSpPr>
          <p:cNvPr id="69" name="TextBox 65">
            <a:extLst>
              <a:ext uri="{FF2B5EF4-FFF2-40B4-BE49-F238E27FC236}">
                <a16:creationId xmlns:a16="http://schemas.microsoft.com/office/drawing/2014/main" id="{674F57B6-4D78-9CC9-0CDE-F6453A347B23}"/>
              </a:ext>
            </a:extLst>
          </p:cNvPr>
          <p:cNvSpPr txBox="1">
            <a:spLocks/>
          </p:cNvSpPr>
          <p:nvPr/>
        </p:nvSpPr>
        <p:spPr>
          <a:xfrm>
            <a:off x="2729239" y="6900887"/>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KAPTANI</a:t>
            </a:r>
            <a:endParaRPr lang="en-US" sz="1436" dirty="0">
              <a:solidFill>
                <a:srgbClr val="191919"/>
              </a:solidFill>
              <a:latin typeface="Aileron Bold"/>
            </a:endParaRPr>
          </a:p>
        </p:txBody>
      </p:sp>
      <p:sp>
        <p:nvSpPr>
          <p:cNvPr id="72" name="TextBox 66">
            <a:extLst>
              <a:ext uri="{FF2B5EF4-FFF2-40B4-BE49-F238E27FC236}">
                <a16:creationId xmlns:a16="http://schemas.microsoft.com/office/drawing/2014/main" id="{FC21A540-BC55-4C3F-3E90-11CAE4A4EEDF}"/>
              </a:ext>
            </a:extLst>
          </p:cNvPr>
          <p:cNvSpPr txBox="1"/>
          <p:nvPr/>
        </p:nvSpPr>
        <p:spPr>
          <a:xfrm>
            <a:off x="7475074" y="4954797"/>
            <a:ext cx="1732974" cy="784574"/>
          </a:xfrm>
          <a:prstGeom prst="rect">
            <a:avLst/>
          </a:prstGeom>
        </p:spPr>
        <p:txBody>
          <a:bodyPr lIns="0" tIns="0" rIns="0" bIns="0" rtlCol="0" anchor="t">
            <a:spAutoFit/>
          </a:bodyPr>
          <a:lstStyle/>
          <a:p>
            <a:pPr algn="ctr">
              <a:lnSpc>
                <a:spcPts val="2088"/>
              </a:lnSpc>
            </a:pPr>
            <a:r>
              <a:rPr lang="en-US" sz="1492" dirty="0">
                <a:latin typeface="Aileron"/>
              </a:rPr>
              <a:t>ÜYE 2         TAKIMDAKİ GÖREVİ EĞİTİM BİLGİSİ</a:t>
            </a:r>
          </a:p>
        </p:txBody>
      </p:sp>
      <p:sp>
        <p:nvSpPr>
          <p:cNvPr id="73" name="TextBox 67">
            <a:extLst>
              <a:ext uri="{FF2B5EF4-FFF2-40B4-BE49-F238E27FC236}">
                <a16:creationId xmlns:a16="http://schemas.microsoft.com/office/drawing/2014/main" id="{5216A54B-8860-B736-F839-556B10E70075}"/>
              </a:ext>
            </a:extLst>
          </p:cNvPr>
          <p:cNvSpPr txBox="1"/>
          <p:nvPr/>
        </p:nvSpPr>
        <p:spPr>
          <a:xfrm>
            <a:off x="7475074" y="6348069"/>
            <a:ext cx="1732974" cy="784574"/>
          </a:xfrm>
          <a:prstGeom prst="rect">
            <a:avLst/>
          </a:prstGeom>
        </p:spPr>
        <p:txBody>
          <a:bodyPr lIns="0" tIns="0" rIns="0" bIns="0" rtlCol="0" anchor="t">
            <a:spAutoFit/>
          </a:bodyPr>
          <a:lstStyle/>
          <a:p>
            <a:pPr algn="ctr">
              <a:lnSpc>
                <a:spcPts val="2088"/>
              </a:lnSpc>
            </a:pPr>
            <a:r>
              <a:rPr lang="en-US" sz="1492" dirty="0">
                <a:latin typeface="Aileron"/>
              </a:rPr>
              <a:t>ÜYE 3        TAKIMDAKİ GÖREVİ EĞİTİM BİLGİSİ</a:t>
            </a:r>
          </a:p>
        </p:txBody>
      </p:sp>
      <p:sp>
        <p:nvSpPr>
          <p:cNvPr id="74" name="TextBox 70">
            <a:extLst>
              <a:ext uri="{FF2B5EF4-FFF2-40B4-BE49-F238E27FC236}">
                <a16:creationId xmlns:a16="http://schemas.microsoft.com/office/drawing/2014/main" id="{8DE8C3D8-42D6-6E3B-3896-94EB2FF1BE87}"/>
              </a:ext>
            </a:extLst>
          </p:cNvPr>
          <p:cNvSpPr txBox="1"/>
          <p:nvPr/>
        </p:nvSpPr>
        <p:spPr>
          <a:xfrm>
            <a:off x="11987165" y="3665937"/>
            <a:ext cx="1757927"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4</a:t>
            </a:r>
            <a:r>
              <a:rPr lang="en-US" sz="1492" dirty="0">
                <a:latin typeface="Aileron"/>
              </a:rPr>
              <a:t>        TAKIMDAKİ GÖREVİ EĞİTİM BİLGİSİ</a:t>
            </a:r>
          </a:p>
        </p:txBody>
      </p:sp>
      <p:sp>
        <p:nvSpPr>
          <p:cNvPr id="75" name="TextBox 71">
            <a:extLst>
              <a:ext uri="{FF2B5EF4-FFF2-40B4-BE49-F238E27FC236}">
                <a16:creationId xmlns:a16="http://schemas.microsoft.com/office/drawing/2014/main" id="{1B53D434-9588-5ABE-DBDA-9BA9931B3FEC}"/>
              </a:ext>
            </a:extLst>
          </p:cNvPr>
          <p:cNvSpPr txBox="1"/>
          <p:nvPr/>
        </p:nvSpPr>
        <p:spPr>
          <a:xfrm>
            <a:off x="11976939" y="5019086"/>
            <a:ext cx="1732974"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5</a:t>
            </a:r>
            <a:r>
              <a:rPr lang="en-US" sz="1492" dirty="0">
                <a:latin typeface="Aileron"/>
              </a:rPr>
              <a:t>         TAKIMDAKİ GÖREVİ EĞİTİM BİLGİSİ</a:t>
            </a:r>
          </a:p>
        </p:txBody>
      </p:sp>
      <p:sp>
        <p:nvSpPr>
          <p:cNvPr id="76" name="Dikdörtgen 75">
            <a:extLst>
              <a:ext uri="{FF2B5EF4-FFF2-40B4-BE49-F238E27FC236}">
                <a16:creationId xmlns:a16="http://schemas.microsoft.com/office/drawing/2014/main" id="{1E447B2A-B1F1-92DF-42FD-A15C2C8320A5}"/>
              </a:ext>
            </a:extLst>
          </p:cNvPr>
          <p:cNvSpPr/>
          <p:nvPr/>
        </p:nvSpPr>
        <p:spPr>
          <a:xfrm>
            <a:off x="3046706" y="3595144"/>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7" name="Dikdörtgen 76">
            <a:extLst>
              <a:ext uri="{FF2B5EF4-FFF2-40B4-BE49-F238E27FC236}">
                <a16:creationId xmlns:a16="http://schemas.microsoft.com/office/drawing/2014/main" id="{8F1F71FE-BB66-BADE-1937-0B88BA646E22}"/>
              </a:ext>
            </a:extLst>
          </p:cNvPr>
          <p:cNvSpPr/>
          <p:nvPr/>
        </p:nvSpPr>
        <p:spPr>
          <a:xfrm>
            <a:off x="3051062" y="5561733"/>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8" name="Dikdörtgen 77">
            <a:extLst>
              <a:ext uri="{FF2B5EF4-FFF2-40B4-BE49-F238E27FC236}">
                <a16:creationId xmlns:a16="http://schemas.microsoft.com/office/drawing/2014/main" id="{129BC36C-B95F-81BF-A999-7A1F80D11390}"/>
              </a:ext>
            </a:extLst>
          </p:cNvPr>
          <p:cNvSpPr/>
          <p:nvPr/>
        </p:nvSpPr>
        <p:spPr>
          <a:xfrm>
            <a:off x="6260137" y="3642721"/>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9" name="Dikdörtgen 78">
            <a:extLst>
              <a:ext uri="{FF2B5EF4-FFF2-40B4-BE49-F238E27FC236}">
                <a16:creationId xmlns:a16="http://schemas.microsoft.com/office/drawing/2014/main" id="{2D2E70F2-18D9-01A4-5ABE-941576E3C4DF}"/>
              </a:ext>
            </a:extLst>
          </p:cNvPr>
          <p:cNvSpPr/>
          <p:nvPr/>
        </p:nvSpPr>
        <p:spPr>
          <a:xfrm>
            <a:off x="6260137" y="4995807"/>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0" name="Dikdörtgen 79">
            <a:extLst>
              <a:ext uri="{FF2B5EF4-FFF2-40B4-BE49-F238E27FC236}">
                <a16:creationId xmlns:a16="http://schemas.microsoft.com/office/drawing/2014/main" id="{D2EFE732-8062-D8E4-209E-7296A01C9773}"/>
              </a:ext>
            </a:extLst>
          </p:cNvPr>
          <p:cNvSpPr/>
          <p:nvPr/>
        </p:nvSpPr>
        <p:spPr>
          <a:xfrm>
            <a:off x="6260137" y="6349844"/>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81" name="Dikdörtgen 80">
            <a:extLst>
              <a:ext uri="{FF2B5EF4-FFF2-40B4-BE49-F238E27FC236}">
                <a16:creationId xmlns:a16="http://schemas.microsoft.com/office/drawing/2014/main" id="{90DC9F28-31E4-14F0-5DC0-287162E206F7}"/>
              </a:ext>
            </a:extLst>
          </p:cNvPr>
          <p:cNvSpPr/>
          <p:nvPr/>
        </p:nvSpPr>
        <p:spPr>
          <a:xfrm>
            <a:off x="10649812" y="3643648"/>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Dikdörtgen 81">
            <a:extLst>
              <a:ext uri="{FF2B5EF4-FFF2-40B4-BE49-F238E27FC236}">
                <a16:creationId xmlns:a16="http://schemas.microsoft.com/office/drawing/2014/main" id="{48626EBF-42DE-E26F-4610-CDE83FB2E590}"/>
              </a:ext>
            </a:extLst>
          </p:cNvPr>
          <p:cNvSpPr/>
          <p:nvPr/>
        </p:nvSpPr>
        <p:spPr>
          <a:xfrm>
            <a:off x="10645613" y="4968450"/>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3" name="Freeform 40">
            <a:extLst>
              <a:ext uri="{FF2B5EF4-FFF2-40B4-BE49-F238E27FC236}">
                <a16:creationId xmlns:a16="http://schemas.microsoft.com/office/drawing/2014/main" id="{4A576BDD-45A6-6200-628A-0DDE56FBFF45}"/>
              </a:ext>
            </a:extLst>
          </p:cNvPr>
          <p:cNvSpPr/>
          <p:nvPr/>
        </p:nvSpPr>
        <p:spPr>
          <a:xfrm rot="5400000">
            <a:off x="5316145" y="6679241"/>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4" name="Freeform 41">
            <a:extLst>
              <a:ext uri="{FF2B5EF4-FFF2-40B4-BE49-F238E27FC236}">
                <a16:creationId xmlns:a16="http://schemas.microsoft.com/office/drawing/2014/main" id="{A80CD327-2208-B792-6478-47BE92A3E099}"/>
              </a:ext>
            </a:extLst>
          </p:cNvPr>
          <p:cNvSpPr/>
          <p:nvPr/>
        </p:nvSpPr>
        <p:spPr>
          <a:xfrm rot="5400000">
            <a:off x="5341317" y="5271884"/>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5" name="Freeform 42">
            <a:extLst>
              <a:ext uri="{FF2B5EF4-FFF2-40B4-BE49-F238E27FC236}">
                <a16:creationId xmlns:a16="http://schemas.microsoft.com/office/drawing/2014/main" id="{729963FA-9E70-D432-7CB1-4D9E5FF540CD}"/>
              </a:ext>
            </a:extLst>
          </p:cNvPr>
          <p:cNvSpPr/>
          <p:nvPr/>
        </p:nvSpPr>
        <p:spPr>
          <a:xfrm rot="5400000">
            <a:off x="5341317" y="4029361"/>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cxnSp>
        <p:nvCxnSpPr>
          <p:cNvPr id="86" name="Düz Bağlayıcı 85">
            <a:extLst>
              <a:ext uri="{FF2B5EF4-FFF2-40B4-BE49-F238E27FC236}">
                <a16:creationId xmlns:a16="http://schemas.microsoft.com/office/drawing/2014/main" id="{C4F621F3-31AE-A687-AB2A-2268D947AF86}"/>
              </a:ext>
            </a:extLst>
          </p:cNvPr>
          <p:cNvCxnSpPr/>
          <p:nvPr/>
        </p:nvCxnSpPr>
        <p:spPr>
          <a:xfrm flipH="1">
            <a:off x="5246669" y="3890563"/>
            <a:ext cx="27083" cy="4265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Düz Bağlayıcı 86">
            <a:extLst>
              <a:ext uri="{FF2B5EF4-FFF2-40B4-BE49-F238E27FC236}">
                <a16:creationId xmlns:a16="http://schemas.microsoft.com/office/drawing/2014/main" id="{EB312C4A-3DFC-6BCD-66CC-965CBD812A1E}"/>
              </a:ext>
            </a:extLst>
          </p:cNvPr>
          <p:cNvCxnSpPr/>
          <p:nvPr/>
        </p:nvCxnSpPr>
        <p:spPr>
          <a:xfrm flipH="1">
            <a:off x="3614322" y="8191152"/>
            <a:ext cx="1632347" cy="6497"/>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Düz Bağlayıcı 87">
            <a:extLst>
              <a:ext uri="{FF2B5EF4-FFF2-40B4-BE49-F238E27FC236}">
                <a16:creationId xmlns:a16="http://schemas.microsoft.com/office/drawing/2014/main" id="{CC94BF1B-9CCD-74AD-4039-4F494EFE82E1}"/>
              </a:ext>
            </a:extLst>
          </p:cNvPr>
          <p:cNvCxnSpPr/>
          <p:nvPr/>
        </p:nvCxnSpPr>
        <p:spPr>
          <a:xfrm flipV="1">
            <a:off x="3614322" y="7350216"/>
            <a:ext cx="0" cy="854709"/>
          </a:xfrm>
          <a:prstGeom prst="line">
            <a:avLst/>
          </a:prstGeom>
        </p:spPr>
        <p:style>
          <a:lnRef idx="2">
            <a:schemeClr val="accent1"/>
          </a:lnRef>
          <a:fillRef idx="0">
            <a:schemeClr val="accent1"/>
          </a:fillRef>
          <a:effectRef idx="1">
            <a:schemeClr val="accent1"/>
          </a:effectRef>
          <a:fontRef idx="minor">
            <a:schemeClr val="tx1"/>
          </a:fontRef>
        </p:style>
      </p:cxnSp>
      <p:sp>
        <p:nvSpPr>
          <p:cNvPr id="89" name="Akış Çizelgesi: Bağlayıcı 88">
            <a:extLst>
              <a:ext uri="{FF2B5EF4-FFF2-40B4-BE49-F238E27FC236}">
                <a16:creationId xmlns:a16="http://schemas.microsoft.com/office/drawing/2014/main" id="{072ADA32-9441-9222-9BFA-1ED78156A29A}"/>
              </a:ext>
            </a:extLst>
          </p:cNvPr>
          <p:cNvSpPr/>
          <p:nvPr/>
        </p:nvSpPr>
        <p:spPr>
          <a:xfrm>
            <a:off x="3506222" y="7242201"/>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90" name="Akış Çizelgesi: Bağlayıcı 89">
            <a:extLst>
              <a:ext uri="{FF2B5EF4-FFF2-40B4-BE49-F238E27FC236}">
                <a16:creationId xmlns:a16="http://schemas.microsoft.com/office/drawing/2014/main" id="{BC76A288-6781-010E-4DE9-A01EFB7C2271}"/>
              </a:ext>
            </a:extLst>
          </p:cNvPr>
          <p:cNvSpPr/>
          <p:nvPr/>
        </p:nvSpPr>
        <p:spPr>
          <a:xfrm>
            <a:off x="5148420" y="3722867"/>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91" name="Freeform 42">
            <a:extLst>
              <a:ext uri="{FF2B5EF4-FFF2-40B4-BE49-F238E27FC236}">
                <a16:creationId xmlns:a16="http://schemas.microsoft.com/office/drawing/2014/main" id="{26F20C29-A051-496C-45C5-81D1811DDC8A}"/>
              </a:ext>
            </a:extLst>
          </p:cNvPr>
          <p:cNvSpPr/>
          <p:nvPr/>
        </p:nvSpPr>
        <p:spPr>
          <a:xfrm rot="5400000">
            <a:off x="9903611" y="4086324"/>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2" name="Freeform 42">
            <a:extLst>
              <a:ext uri="{FF2B5EF4-FFF2-40B4-BE49-F238E27FC236}">
                <a16:creationId xmlns:a16="http://schemas.microsoft.com/office/drawing/2014/main" id="{B9A74D57-4BB7-9EC8-BF30-8FE4EC333F07}"/>
              </a:ext>
            </a:extLst>
          </p:cNvPr>
          <p:cNvSpPr/>
          <p:nvPr/>
        </p:nvSpPr>
        <p:spPr>
          <a:xfrm rot="5400000">
            <a:off x="9888367" y="5358821"/>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41" name="Freeform 96">
            <a:extLst>
              <a:ext uri="{FF2B5EF4-FFF2-40B4-BE49-F238E27FC236}">
                <a16:creationId xmlns:a16="http://schemas.microsoft.com/office/drawing/2014/main" id="{3859E019-FAB2-AD43-E836-D3E5A6ACBA36}"/>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42" name="AutoShape 20">
            <a:extLst>
              <a:ext uri="{FF2B5EF4-FFF2-40B4-BE49-F238E27FC236}">
                <a16:creationId xmlns:a16="http://schemas.microsoft.com/office/drawing/2014/main" id="{FC2B5432-A812-5E8A-2201-A778EC5EE5E4}"/>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71" name="Freeform 97">
            <a:extLst>
              <a:ext uri="{FF2B5EF4-FFF2-40B4-BE49-F238E27FC236}">
                <a16:creationId xmlns:a16="http://schemas.microsoft.com/office/drawing/2014/main" id="{42A330FF-A8A2-6DFF-77F4-4AC8E9AFE3F2}"/>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72" name="Freeform 96">
            <a:extLst>
              <a:ext uri="{FF2B5EF4-FFF2-40B4-BE49-F238E27FC236}">
                <a16:creationId xmlns:a16="http://schemas.microsoft.com/office/drawing/2014/main" id="{C81AD268-F5D8-96D4-CB41-2711D2B2DF52}"/>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5" name="Freeform 96">
            <a:extLst>
              <a:ext uri="{FF2B5EF4-FFF2-40B4-BE49-F238E27FC236}">
                <a16:creationId xmlns:a16="http://schemas.microsoft.com/office/drawing/2014/main" id="{45870732-0325-D24D-EEFC-79361E26B996}"/>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6" name="TextBox 34">
            <a:extLst>
              <a:ext uri="{FF2B5EF4-FFF2-40B4-BE49-F238E27FC236}">
                <a16:creationId xmlns:a16="http://schemas.microsoft.com/office/drawing/2014/main" id="{1B821A02-56E0-0354-F024-815643C3E92E}"/>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17" name="TextBox 35">
            <a:extLst>
              <a:ext uri="{FF2B5EF4-FFF2-40B4-BE49-F238E27FC236}">
                <a16:creationId xmlns:a16="http://schemas.microsoft.com/office/drawing/2014/main" id="{4731AFA0-E0B5-65F9-3382-352F6E3E2327}"/>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18" name="TextBox 36">
            <a:extLst>
              <a:ext uri="{FF2B5EF4-FFF2-40B4-BE49-F238E27FC236}">
                <a16:creationId xmlns:a16="http://schemas.microsoft.com/office/drawing/2014/main" id="{4423639D-BE4E-2BD9-D0DD-DC9388D33A41}"/>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19" name="TextBox 37">
            <a:extLst>
              <a:ext uri="{FF2B5EF4-FFF2-40B4-BE49-F238E27FC236}">
                <a16:creationId xmlns:a16="http://schemas.microsoft.com/office/drawing/2014/main" id="{A2DE47A5-E9B2-93C9-D40F-95B169C62270}"/>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0" name="TextBox 38">
            <a:extLst>
              <a:ext uri="{FF2B5EF4-FFF2-40B4-BE49-F238E27FC236}">
                <a16:creationId xmlns:a16="http://schemas.microsoft.com/office/drawing/2014/main" id="{3AD967E6-E8BD-9674-4D22-D3ED4AF13B8C}"/>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1" name="TextBox 39">
            <a:extLst>
              <a:ext uri="{FF2B5EF4-FFF2-40B4-BE49-F238E27FC236}">
                <a16:creationId xmlns:a16="http://schemas.microsoft.com/office/drawing/2014/main" id="{E1B36A9C-1EB5-BD4A-8858-05D6402EEC80}"/>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2" name="Freeform 45">
            <a:extLst>
              <a:ext uri="{FF2B5EF4-FFF2-40B4-BE49-F238E27FC236}">
                <a16:creationId xmlns:a16="http://schemas.microsoft.com/office/drawing/2014/main" id="{F6BECA5B-EB3C-19F8-8574-45F0D874F348}"/>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23" name="Freeform 47">
            <a:extLst>
              <a:ext uri="{FF2B5EF4-FFF2-40B4-BE49-F238E27FC236}">
                <a16:creationId xmlns:a16="http://schemas.microsoft.com/office/drawing/2014/main" id="{473EA848-A438-160A-B6DF-AD97A62FD565}"/>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24" name="Freeform 22">
            <a:extLst>
              <a:ext uri="{FF2B5EF4-FFF2-40B4-BE49-F238E27FC236}">
                <a16:creationId xmlns:a16="http://schemas.microsoft.com/office/drawing/2014/main" id="{0038F425-5460-01C5-FB27-AF82F0C5CD22}"/>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25" name="Freeform 44">
            <a:extLst>
              <a:ext uri="{FF2B5EF4-FFF2-40B4-BE49-F238E27FC236}">
                <a16:creationId xmlns:a16="http://schemas.microsoft.com/office/drawing/2014/main" id="{DEC29862-0AF0-730F-7FEF-75A24F32E632}"/>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A9F5A1C6-18EF-7AC4-5ABA-FB30DC256722}"/>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27" name="Freeform 44">
            <a:extLst>
              <a:ext uri="{FF2B5EF4-FFF2-40B4-BE49-F238E27FC236}">
                <a16:creationId xmlns:a16="http://schemas.microsoft.com/office/drawing/2014/main" id="{BC3E6EE9-54F2-FB24-707A-9084ABDE3705}"/>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28" name="TextBox 39">
            <a:extLst>
              <a:ext uri="{FF2B5EF4-FFF2-40B4-BE49-F238E27FC236}">
                <a16:creationId xmlns:a16="http://schemas.microsoft.com/office/drawing/2014/main" id="{4913FDEC-94E5-5F46-6FF6-566F6743D475}"/>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2" name="AutoShape 20">
            <a:extLst>
              <a:ext uri="{FF2B5EF4-FFF2-40B4-BE49-F238E27FC236}">
                <a16:creationId xmlns:a16="http://schemas.microsoft.com/office/drawing/2014/main" id="{67C7CE66-6D33-4C26-6389-63E851FD2D5E}"/>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3" name="Freeform 21">
            <a:extLst>
              <a:ext uri="{FF2B5EF4-FFF2-40B4-BE49-F238E27FC236}">
                <a16:creationId xmlns:a16="http://schemas.microsoft.com/office/drawing/2014/main" id="{D71B68F4-A53A-044F-AE94-6E5545375426}"/>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34" name="TextBox 40">
            <a:extLst>
              <a:ext uri="{FF2B5EF4-FFF2-40B4-BE49-F238E27FC236}">
                <a16:creationId xmlns:a16="http://schemas.microsoft.com/office/drawing/2014/main" id="{D56CAA5E-F815-B3B0-555A-B61BEBBD6E1E}"/>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7" name="TextBox 42">
            <a:extLst>
              <a:ext uri="{FF2B5EF4-FFF2-40B4-BE49-F238E27FC236}">
                <a16:creationId xmlns:a16="http://schemas.microsoft.com/office/drawing/2014/main" id="{6A158838-660E-0B1F-A49B-FCD9EE2F6992}"/>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8" name="Freeform 21">
            <a:extLst>
              <a:ext uri="{FF2B5EF4-FFF2-40B4-BE49-F238E27FC236}">
                <a16:creationId xmlns:a16="http://schemas.microsoft.com/office/drawing/2014/main" id="{F66E2FF5-FDEC-3753-7A0A-0045A5626A19}"/>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F590C230-4D0A-46AF-8F97-B00268659496}"/>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E42F3CA8-D7B7-076C-130F-8D1E2C60386D}"/>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6F82838A-68A8-742D-4081-345854C8EE37}"/>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A0D64425-7A07-DD03-B395-2EAEB62719EB}"/>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F8E424A2-F911-A822-05E2-F0EF751FD41C}"/>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F1602FDD-AE00-3006-EF98-F419B9909B37}"/>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723582D9-2F40-3269-B71A-A676322C975F}"/>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AE4A7DD6-2B03-746A-F017-DDC90DC7D577}"/>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DC784DA4-5A56-CD3E-DC40-E464816D4E12}"/>
              </a:ext>
            </a:extLst>
          </p:cNvPr>
          <p:cNvSpPr/>
          <p:nvPr/>
        </p:nvSpPr>
        <p:spPr>
          <a:xfrm>
            <a:off x="17621365" y="490469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5859E9CC-77BB-9E13-F36B-613AFDB608FF}"/>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89710E9A-AFE1-8246-34CB-5117D06C8306}"/>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E820D77E-54F6-D9CB-E1E9-AC159ED101B0}"/>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DD7DE1F2-5D82-B225-6F45-86AAA0AD8FBB}"/>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2" name="Freeform 21">
            <a:extLst>
              <a:ext uri="{FF2B5EF4-FFF2-40B4-BE49-F238E27FC236}">
                <a16:creationId xmlns:a16="http://schemas.microsoft.com/office/drawing/2014/main" id="{D2D7A59F-F91B-0E43-81C3-11613E602C55}"/>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0EC1FA0A-7B70-3953-4B27-AECFFA7B14AC}"/>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373CE2D6-2462-997D-B108-1A41F74DFAA6}"/>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58" name="Freeform 22">
            <a:extLst>
              <a:ext uri="{FF2B5EF4-FFF2-40B4-BE49-F238E27FC236}">
                <a16:creationId xmlns:a16="http://schemas.microsoft.com/office/drawing/2014/main" id="{8777F174-A75B-610D-7105-09A458C9E419}"/>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9" name="Freeform 21">
            <a:extLst>
              <a:ext uri="{FF2B5EF4-FFF2-40B4-BE49-F238E27FC236}">
                <a16:creationId xmlns:a16="http://schemas.microsoft.com/office/drawing/2014/main" id="{5B36CEF6-A95A-D952-EACD-A24001F8293D}"/>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tr-TR"/>
          </a:p>
        </p:txBody>
      </p:sp>
      <p:sp>
        <p:nvSpPr>
          <p:cNvPr id="60" name="Freeform 22">
            <a:extLst>
              <a:ext uri="{FF2B5EF4-FFF2-40B4-BE49-F238E27FC236}">
                <a16:creationId xmlns:a16="http://schemas.microsoft.com/office/drawing/2014/main" id="{FC4509C8-2959-E88F-CF6D-D446C28CC355}"/>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1" name="TextBox 34">
            <a:extLst>
              <a:ext uri="{FF2B5EF4-FFF2-40B4-BE49-F238E27FC236}">
                <a16:creationId xmlns:a16="http://schemas.microsoft.com/office/drawing/2014/main" id="{4DB63ED2-B711-7FA0-96D7-BCD1179D2966}"/>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62" name="Freeform 97">
            <a:extLst>
              <a:ext uri="{FF2B5EF4-FFF2-40B4-BE49-F238E27FC236}">
                <a16:creationId xmlns:a16="http://schemas.microsoft.com/office/drawing/2014/main" id="{9CA00E00-A63D-6CEC-22F1-0616625EAB2B}"/>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73" name="Freeform 97">
            <a:extLst>
              <a:ext uri="{FF2B5EF4-FFF2-40B4-BE49-F238E27FC236}">
                <a16:creationId xmlns:a16="http://schemas.microsoft.com/office/drawing/2014/main" id="{690B6912-82B5-F9E3-6ED2-C525F6B017B9}"/>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5181600" y="369888"/>
            <a:ext cx="7337628" cy="820738"/>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ÖZET</a:t>
            </a:r>
            <a:endParaRPr lang="en-US" sz="6399" dirty="0">
              <a:solidFill>
                <a:srgbClr val="1A426A"/>
              </a:solidFill>
              <a:latin typeface="Active Heart"/>
            </a:endParaRP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noGrp="1" noRot="1" noMove="1" noResize="1" noEditPoints="1" noAdjustHandles="1" noChangeArrowheads="1" noChangeShapeType="1"/>
          </p:cNvSpPr>
          <p:nvPr/>
        </p:nvSpPr>
        <p:spPr>
          <a:xfrm>
            <a:off x="17918725" y="9607673"/>
            <a:ext cx="206812" cy="647065"/>
          </a:xfrm>
          <a:prstGeom prst="rect">
            <a:avLst/>
          </a:prstGeom>
        </p:spPr>
        <p:txBody>
          <a:bodyPr lIns="0" tIns="0" rIns="0" bIns="0" rtlCol="0" anchor="t">
            <a:spAutoFit/>
          </a:bodyPr>
          <a:lstStyle/>
          <a:p>
            <a:pPr algn="ctr">
              <a:lnSpc>
                <a:spcPts val="4759"/>
              </a:lnSpc>
            </a:pPr>
            <a:r>
              <a:rPr lang="en-US" sz="3399">
                <a:solidFill>
                  <a:srgbClr val="1A426A"/>
                </a:solidFill>
                <a:latin typeface="Active Heart"/>
              </a:rPr>
              <a:t>2</a:t>
            </a: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834486"/>
            <a:ext cx="2103877"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4" name="TextBox 50"/>
          <p:cNvSpPr txBox="1"/>
          <p:nvPr/>
        </p:nvSpPr>
        <p:spPr>
          <a:xfrm>
            <a:off x="1079233" y="2257378"/>
            <a:ext cx="12841011" cy="3499548"/>
          </a:xfrm>
          <a:prstGeom prst="rect">
            <a:avLst/>
          </a:prstGeom>
        </p:spPr>
        <p:txBody>
          <a:bodyPr lIns="0" tIns="0" rIns="0" bIns="0" rtlCol="0" anchor="t">
            <a:spAutoFit/>
          </a:bodyPr>
          <a:lstStyle/>
          <a:p>
            <a:pPr marL="388622" lvl="1" indent="-194311" algn="l">
              <a:lnSpc>
                <a:spcPts val="2520"/>
              </a:lnSpc>
              <a:buFont typeface="Arial"/>
              <a:buChar char="•"/>
            </a:pP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fikir</a:t>
            </a:r>
            <a:r>
              <a:rPr lang="en-US" sz="1800" dirty="0">
                <a:solidFill>
                  <a:srgbClr val="DE2223"/>
                </a:solidFill>
                <a:latin typeface="Aileron Bold"/>
              </a:rPr>
              <a:t> </a:t>
            </a:r>
            <a:r>
              <a:rPr lang="en-US" sz="1800" dirty="0" err="1">
                <a:solidFill>
                  <a:srgbClr val="DE2223"/>
                </a:solidFill>
                <a:latin typeface="Aileron Bold"/>
              </a:rPr>
              <a:t>özet</a:t>
            </a:r>
            <a:r>
              <a:rPr lang="en-US" sz="1800" dirty="0">
                <a:solidFill>
                  <a:srgbClr val="DE2223"/>
                </a:solidFill>
                <a:latin typeface="Aileron Bold"/>
              </a:rPr>
              <a:t> </a:t>
            </a:r>
            <a:r>
              <a:rPr lang="en-US" sz="1800" dirty="0" err="1">
                <a:solidFill>
                  <a:srgbClr val="DE2223"/>
                </a:solidFill>
                <a:latin typeface="Aileron Bold"/>
              </a:rPr>
              <a:t>sayfasıdır</a:t>
            </a:r>
            <a:r>
              <a:rPr lang="en-US" sz="1800" dirty="0">
                <a:solidFill>
                  <a:srgbClr val="DE2223"/>
                </a:solidFill>
                <a:latin typeface="Aileron Bold"/>
              </a:rPr>
              <a:t>. </a:t>
            </a:r>
          </a:p>
          <a:p>
            <a:pPr marL="388622" lvl="1" indent="-194311" algn="l">
              <a:lnSpc>
                <a:spcPts val="2520"/>
              </a:lnSpc>
              <a:buFont typeface="Arial"/>
              <a:buChar char="•"/>
            </a:pPr>
            <a:r>
              <a:rPr lang="tr-TR" dirty="0">
                <a:solidFill>
                  <a:srgbClr val="DE2223"/>
                </a:solidFill>
                <a:latin typeface="Aileron Bold"/>
              </a:rPr>
              <a:t>Ö</a:t>
            </a:r>
            <a:r>
              <a:rPr lang="en-US" sz="1800" dirty="0" err="1">
                <a:solidFill>
                  <a:srgbClr val="DE2223"/>
                </a:solidFill>
                <a:latin typeface="Aileron Bold"/>
              </a:rPr>
              <a:t>zet</a:t>
            </a:r>
            <a:r>
              <a:rPr lang="tr-TR" sz="1800" dirty="0">
                <a:solidFill>
                  <a:srgbClr val="DE2223"/>
                </a:solidFill>
                <a:latin typeface="Aileron Bold"/>
              </a:rPr>
              <a:t> sayfası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u="sng" dirty="0">
                <a:solidFill>
                  <a:srgbClr val="DE2223"/>
                </a:solidFill>
                <a:latin typeface="Aileron Bold Italics"/>
              </a:rPr>
              <a:t> </a:t>
            </a:r>
            <a:r>
              <a:rPr lang="en-US" sz="1800" dirty="0" err="1">
                <a:solidFill>
                  <a:srgbClr val="DE2223"/>
                </a:solidFill>
                <a:latin typeface="Aileron Bold"/>
              </a:rPr>
              <a:t>bir</a:t>
            </a:r>
            <a:r>
              <a:rPr lang="en-US" sz="1800" dirty="0">
                <a:solidFill>
                  <a:srgbClr val="DE2223"/>
                </a:solidFill>
                <a:latin typeface="Aileron Bold"/>
              </a:rPr>
              <a:t>(1)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endParaRPr lang="tr-TR" sz="1800" dirty="0">
              <a:solidFill>
                <a:srgbClr val="DE2223"/>
              </a:solidFill>
              <a:latin typeface="Aileron Bold"/>
            </a:endParaRPr>
          </a:p>
          <a:p>
            <a:pPr marL="388622" lvl="1" indent="-194311" algn="l">
              <a:lnSpc>
                <a:spcPts val="2520"/>
              </a:lnSpc>
              <a:buFont typeface="Arial"/>
              <a:buChar char="•"/>
            </a:pP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özeti</a:t>
            </a:r>
            <a:r>
              <a:rPr lang="en-US" sz="1800" dirty="0">
                <a:solidFill>
                  <a:srgbClr val="DE2223"/>
                </a:solidFill>
                <a:latin typeface="Aileron Bold"/>
              </a:rPr>
              <a:t> </a:t>
            </a:r>
            <a:r>
              <a:rPr lang="en-US" sz="1800" dirty="0" err="1">
                <a:solidFill>
                  <a:srgbClr val="DE2223"/>
                </a:solidFill>
                <a:latin typeface="Aileron Bold"/>
              </a:rPr>
              <a:t>başlığı</a:t>
            </a:r>
            <a:r>
              <a:rPr lang="en-US" sz="1800" dirty="0">
                <a:solidFill>
                  <a:srgbClr val="DE2223"/>
                </a:solidFill>
                <a:latin typeface="Aileron Bold"/>
              </a:rPr>
              <a:t> </a:t>
            </a:r>
            <a:r>
              <a:rPr lang="en-US" sz="1800" dirty="0" err="1">
                <a:solidFill>
                  <a:srgbClr val="DE2223"/>
                </a:solidFill>
                <a:latin typeface="Aileron Bold"/>
              </a:rPr>
              <a:t>kapsamında</a:t>
            </a:r>
            <a:r>
              <a:rPr lang="en-US" sz="1800" dirty="0">
                <a:solidFill>
                  <a:srgbClr val="DE2223"/>
                </a:solidFill>
                <a:latin typeface="Aileron Bold"/>
              </a:rPr>
              <a:t> </a:t>
            </a:r>
            <a:r>
              <a:rPr lang="en-US" sz="1800" dirty="0" err="1">
                <a:solidFill>
                  <a:srgbClr val="DE2223"/>
                </a:solidFill>
                <a:latin typeface="Aileron Bold"/>
              </a:rPr>
              <a:t>kısa</a:t>
            </a:r>
            <a:r>
              <a:rPr lang="en-US" sz="1800" dirty="0">
                <a:solidFill>
                  <a:srgbClr val="DE2223"/>
                </a:solidFill>
                <a:latin typeface="Aileron Bold"/>
              </a:rPr>
              <a:t> net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şekilde</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fikri</a:t>
            </a:r>
            <a:r>
              <a:rPr lang="en-US" sz="1800" dirty="0">
                <a:solidFill>
                  <a:srgbClr val="DE2223"/>
                </a:solidFill>
                <a:latin typeface="Aileron Bold"/>
              </a:rPr>
              <a:t> </a:t>
            </a:r>
            <a:r>
              <a:rPr lang="en-US" sz="1800" dirty="0" err="1">
                <a:solidFill>
                  <a:srgbClr val="DE2223"/>
                </a:solidFill>
                <a:latin typeface="Aileron Bold"/>
              </a:rPr>
              <a:t>özetlenmeli</a:t>
            </a:r>
            <a:r>
              <a:rPr lang="en-US" sz="1800" dirty="0">
                <a:solidFill>
                  <a:srgbClr val="DE2223"/>
                </a:solidFill>
                <a:latin typeface="Aileron Bold"/>
              </a:rPr>
              <a:t>, </a:t>
            </a:r>
            <a:r>
              <a:rPr lang="en-US" sz="1800" dirty="0" err="1">
                <a:solidFill>
                  <a:srgbClr val="DE2223"/>
                </a:solidFill>
                <a:latin typeface="Aileron Bold"/>
              </a:rPr>
              <a:t>çalışma</a:t>
            </a:r>
            <a:r>
              <a:rPr lang="en-US" sz="1800" dirty="0">
                <a:solidFill>
                  <a:srgbClr val="DE2223"/>
                </a:solidFill>
                <a:latin typeface="Aileron Bold"/>
              </a:rPr>
              <a:t> </a:t>
            </a:r>
            <a:r>
              <a:rPr lang="en-US" sz="1800" dirty="0" err="1">
                <a:solidFill>
                  <a:srgbClr val="DE2223"/>
                </a:solidFill>
                <a:latin typeface="Aileron Bold"/>
              </a:rPr>
              <a:t>kısaca</a:t>
            </a:r>
            <a:r>
              <a:rPr lang="en-US" sz="1800" dirty="0">
                <a:solidFill>
                  <a:srgbClr val="DE2223"/>
                </a:solidFill>
                <a:latin typeface="Aileron Bold"/>
              </a:rPr>
              <a:t> </a:t>
            </a:r>
            <a:r>
              <a:rPr lang="en-US" sz="1800" dirty="0" err="1">
                <a:solidFill>
                  <a:srgbClr val="DE2223"/>
                </a:solidFill>
                <a:latin typeface="Aileron Bold"/>
              </a:rPr>
              <a:t>açıklanmalıdır</a:t>
            </a:r>
            <a:r>
              <a:rPr lang="en-US" sz="1800" dirty="0">
                <a:solidFill>
                  <a:srgbClr val="DE2223"/>
                </a:solidFill>
                <a:latin typeface="Aileron Bold"/>
              </a:rPr>
              <a:t>. </a:t>
            </a:r>
          </a:p>
          <a:p>
            <a:pPr marL="388622" lvl="1" indent="-194311" algn="l">
              <a:lnSpc>
                <a:spcPts val="2520"/>
              </a:lnSpc>
              <a:buFont typeface="Arial"/>
              <a:buChar char="•"/>
            </a:pP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konusu</a:t>
            </a:r>
            <a:r>
              <a:rPr lang="en-US" sz="1800" dirty="0">
                <a:solidFill>
                  <a:srgbClr val="DE2223"/>
                </a:solidFill>
                <a:latin typeface="Aileron Bold"/>
              </a:rPr>
              <a:t>, </a:t>
            </a:r>
            <a:r>
              <a:rPr lang="en-US" sz="1800" dirty="0" err="1">
                <a:solidFill>
                  <a:srgbClr val="DE2223"/>
                </a:solidFill>
                <a:latin typeface="Aileron Bold"/>
              </a:rPr>
              <a:t>neden</a:t>
            </a:r>
            <a:r>
              <a:rPr lang="en-US" sz="1800" dirty="0">
                <a:solidFill>
                  <a:srgbClr val="DE2223"/>
                </a:solidFill>
                <a:latin typeface="Aileron Bold"/>
              </a:rPr>
              <a:t> </a:t>
            </a:r>
            <a:r>
              <a:rPr lang="en-US" sz="1800" dirty="0" err="1">
                <a:solidFill>
                  <a:srgbClr val="DE2223"/>
                </a:solidFill>
                <a:latin typeface="Aileron Bold"/>
              </a:rPr>
              <a:t>bu</a:t>
            </a:r>
            <a:r>
              <a:rPr lang="en-US" sz="1800" dirty="0">
                <a:solidFill>
                  <a:srgbClr val="DE2223"/>
                </a:solidFill>
                <a:latin typeface="Aileron Bold"/>
              </a:rPr>
              <a:t> </a:t>
            </a:r>
            <a:r>
              <a:rPr lang="en-US" sz="1800" dirty="0" err="1">
                <a:solidFill>
                  <a:srgbClr val="DE2223"/>
                </a:solidFill>
                <a:latin typeface="Aileron Bold"/>
              </a:rPr>
              <a:t>projenin</a:t>
            </a:r>
            <a:r>
              <a:rPr lang="en-US" sz="1800" dirty="0">
                <a:solidFill>
                  <a:srgbClr val="DE2223"/>
                </a:solidFill>
                <a:latin typeface="Aileron Bold"/>
              </a:rPr>
              <a:t> </a:t>
            </a:r>
            <a:r>
              <a:rPr lang="en-US" sz="1800" dirty="0" err="1">
                <a:solidFill>
                  <a:srgbClr val="DE2223"/>
                </a:solidFill>
                <a:latin typeface="Aileron Bold"/>
              </a:rPr>
              <a:t>seçildiği</a:t>
            </a:r>
            <a:r>
              <a:rPr lang="en-US" sz="1800" dirty="0">
                <a:solidFill>
                  <a:srgbClr val="DE2223"/>
                </a:solidFill>
                <a:latin typeface="Aileron Bold"/>
              </a:rPr>
              <a:t>, </a:t>
            </a:r>
            <a:r>
              <a:rPr lang="tr-TR" sz="1800" dirty="0">
                <a:solidFill>
                  <a:srgbClr val="DE2223"/>
                </a:solidFill>
                <a:latin typeface="Aileron Bold"/>
              </a:rPr>
              <a:t>özet olarak </a:t>
            </a: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amacı</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kullanılan</a:t>
            </a:r>
            <a:r>
              <a:rPr lang="en-US" sz="1800" dirty="0">
                <a:solidFill>
                  <a:srgbClr val="DE2223"/>
                </a:solidFill>
                <a:latin typeface="Aileron Bold"/>
              </a:rPr>
              <a:t> </a:t>
            </a:r>
            <a:r>
              <a:rPr lang="en-US" sz="1800" dirty="0" err="1">
                <a:solidFill>
                  <a:srgbClr val="DE2223"/>
                </a:solidFill>
                <a:latin typeface="Aileron Bold"/>
              </a:rPr>
              <a:t>yöntemden</a:t>
            </a:r>
            <a:r>
              <a:rPr lang="en-US" sz="1800" dirty="0">
                <a:solidFill>
                  <a:srgbClr val="DE2223"/>
                </a:solidFill>
                <a:latin typeface="Aileron Bold"/>
              </a:rPr>
              <a:t> </a:t>
            </a:r>
            <a:r>
              <a:rPr lang="en-US" sz="1800" dirty="0" err="1">
                <a:solidFill>
                  <a:srgbClr val="DE2223"/>
                </a:solidFill>
                <a:latin typeface="Aileron Bold"/>
              </a:rPr>
              <a:t>kısaca</a:t>
            </a:r>
            <a:r>
              <a:rPr lang="en-US" sz="1800" dirty="0">
                <a:solidFill>
                  <a:srgbClr val="DE2223"/>
                </a:solidFill>
                <a:latin typeface="Aileron Bold"/>
              </a:rPr>
              <a:t> </a:t>
            </a:r>
            <a:r>
              <a:rPr lang="en-US" sz="1800" dirty="0" err="1">
                <a:solidFill>
                  <a:srgbClr val="DE2223"/>
                </a:solidFill>
                <a:latin typeface="Aileron Bold"/>
              </a:rPr>
              <a:t>bahsedilmelidir</a:t>
            </a:r>
            <a:r>
              <a:rPr lang="en-US" sz="1800" dirty="0">
                <a:solidFill>
                  <a:srgbClr val="DE2223"/>
                </a:solidFill>
                <a:latin typeface="Aileron Bold"/>
              </a:rPr>
              <a:t>. </a:t>
            </a:r>
          </a:p>
          <a:p>
            <a:pPr marL="388622" lvl="1" indent="-194311" algn="l">
              <a:lnSpc>
                <a:spcPts val="2520"/>
              </a:lnSpc>
              <a:buFont typeface="Arial"/>
              <a:buChar char="•"/>
            </a:pPr>
            <a:r>
              <a:rPr lang="en-US" sz="1800" dirty="0" err="1">
                <a:solidFill>
                  <a:srgbClr val="DE2223"/>
                </a:solidFill>
                <a:latin typeface="Aileron Bold"/>
              </a:rPr>
              <a:t>Projenizin</a:t>
            </a:r>
            <a:r>
              <a:rPr lang="en-US" sz="1800" dirty="0">
                <a:solidFill>
                  <a:srgbClr val="DE2223"/>
                </a:solidFill>
                <a:latin typeface="Aileron Bold"/>
              </a:rPr>
              <a:t>; </a:t>
            </a:r>
            <a:r>
              <a:rPr lang="en-US" sz="1800" dirty="0" err="1">
                <a:solidFill>
                  <a:srgbClr val="DE2223"/>
                </a:solidFill>
                <a:latin typeface="Aileron Bold"/>
              </a:rPr>
              <a:t>başvurmuş</a:t>
            </a:r>
            <a:r>
              <a:rPr lang="en-US" sz="1800" dirty="0">
                <a:solidFill>
                  <a:srgbClr val="DE2223"/>
                </a:solidFill>
                <a:latin typeface="Aileron Bold"/>
              </a:rPr>
              <a:t> </a:t>
            </a:r>
            <a:r>
              <a:rPr lang="en-US" sz="1800" dirty="0" err="1">
                <a:solidFill>
                  <a:srgbClr val="DE2223"/>
                </a:solidFill>
                <a:latin typeface="Aileron Bold"/>
              </a:rPr>
              <a:t>olduğunuz</a:t>
            </a:r>
            <a:r>
              <a:rPr lang="en-US" sz="1800" dirty="0">
                <a:solidFill>
                  <a:srgbClr val="DE2223"/>
                </a:solidFill>
                <a:latin typeface="Aileron Bold"/>
              </a:rPr>
              <a:t> </a:t>
            </a:r>
            <a:r>
              <a:rPr lang="tr-TR" sz="1800" dirty="0">
                <a:solidFill>
                  <a:srgbClr val="DE2223"/>
                </a:solidFill>
                <a:latin typeface="Aileron Bold"/>
              </a:rPr>
              <a:t>yarışma kategorisinin </a:t>
            </a:r>
            <a:r>
              <a:rPr lang="en-US" sz="1800" dirty="0" err="1">
                <a:solidFill>
                  <a:srgbClr val="DE2223"/>
                </a:solidFill>
                <a:latin typeface="Aileron Bold"/>
              </a:rPr>
              <a:t>yarışma</a:t>
            </a:r>
            <a:r>
              <a:rPr lang="en-US" sz="1800" dirty="0">
                <a:solidFill>
                  <a:srgbClr val="DE2223"/>
                </a:solidFill>
                <a:latin typeface="Aileron Bold"/>
              </a:rPr>
              <a:t> </a:t>
            </a:r>
            <a:r>
              <a:rPr lang="en-US" sz="1800" dirty="0" err="1">
                <a:solidFill>
                  <a:srgbClr val="DE2223"/>
                </a:solidFill>
                <a:latin typeface="Aileron Bold"/>
              </a:rPr>
              <a:t>şartnamesinde</a:t>
            </a:r>
            <a:r>
              <a:rPr lang="en-US" sz="1800" dirty="0">
                <a:solidFill>
                  <a:srgbClr val="DE2223"/>
                </a:solidFill>
                <a:latin typeface="Aileron Bold"/>
              </a:rPr>
              <a:t> </a:t>
            </a:r>
            <a:r>
              <a:rPr lang="en-US" sz="1800" dirty="0" err="1">
                <a:solidFill>
                  <a:srgbClr val="DE2223"/>
                </a:solidFill>
                <a:latin typeface="Aileron Bold"/>
              </a:rPr>
              <a:t>bulunan</a:t>
            </a:r>
            <a:r>
              <a:rPr lang="en-US" sz="1800" dirty="0">
                <a:solidFill>
                  <a:srgbClr val="DE2223"/>
                </a:solidFill>
                <a:latin typeface="Aileron Bold"/>
              </a:rPr>
              <a:t> </a:t>
            </a:r>
            <a:r>
              <a:rPr lang="en-US" sz="1800" dirty="0" err="1">
                <a:solidFill>
                  <a:srgbClr val="DE2223"/>
                </a:solidFill>
                <a:latin typeface="Aileron Bold"/>
              </a:rPr>
              <a:t>konu</a:t>
            </a:r>
            <a:r>
              <a:rPr lang="en-US" sz="1800" dirty="0">
                <a:solidFill>
                  <a:srgbClr val="DE2223"/>
                </a:solidFill>
                <a:latin typeface="Aileron Bold"/>
              </a:rPr>
              <a:t> </a:t>
            </a:r>
            <a:r>
              <a:rPr lang="en-US" sz="1800" dirty="0" err="1">
                <a:solidFill>
                  <a:srgbClr val="DE2223"/>
                </a:solidFill>
                <a:latin typeface="Aileron Bold"/>
              </a:rPr>
              <a:t>kapsamına</a:t>
            </a:r>
            <a:r>
              <a:rPr lang="en-US" sz="1800" dirty="0">
                <a:solidFill>
                  <a:srgbClr val="DE2223"/>
                </a:solidFill>
                <a:latin typeface="Aileron Bold"/>
              </a:rPr>
              <a:t> </a:t>
            </a:r>
            <a:r>
              <a:rPr lang="en-US" sz="1800" dirty="0" err="1">
                <a:solidFill>
                  <a:srgbClr val="DE2223"/>
                </a:solidFill>
                <a:latin typeface="Aileron Bold"/>
              </a:rPr>
              <a:t>uygunluğunu</a:t>
            </a:r>
            <a:r>
              <a:rPr lang="en-US" sz="1800" dirty="0">
                <a:solidFill>
                  <a:srgbClr val="DE2223"/>
                </a:solidFill>
                <a:latin typeface="Aileron Bold"/>
              </a:rPr>
              <a:t> </a:t>
            </a:r>
            <a:r>
              <a:rPr lang="en-US" sz="1800" dirty="0" err="1">
                <a:solidFill>
                  <a:srgbClr val="DE2223"/>
                </a:solidFill>
                <a:latin typeface="Aileron Bold"/>
              </a:rPr>
              <a:t>belirtmeniz</a:t>
            </a:r>
            <a:r>
              <a:rPr lang="en-US" sz="1800" dirty="0">
                <a:solidFill>
                  <a:srgbClr val="DE2223"/>
                </a:solidFill>
                <a:latin typeface="Aileron Bold"/>
              </a:rPr>
              <a:t> </a:t>
            </a:r>
            <a:r>
              <a:rPr lang="en-US" sz="1800" dirty="0" err="1">
                <a:solidFill>
                  <a:srgbClr val="DE2223"/>
                </a:solidFill>
                <a:latin typeface="Aileron Bold"/>
              </a:rPr>
              <a:t>gerekmektedir</a:t>
            </a:r>
            <a:r>
              <a:rPr lang="en-US" sz="1800" dirty="0">
                <a:solidFill>
                  <a:srgbClr val="DE2223"/>
                </a:solidFill>
                <a:latin typeface="Aileron Bold"/>
              </a:rPr>
              <a:t>.</a:t>
            </a:r>
            <a:endParaRPr lang="tr-TR" sz="1800" dirty="0">
              <a:solidFill>
                <a:srgbClr val="DE2223"/>
              </a:solidFill>
              <a:latin typeface="Aileron Bold"/>
            </a:endParaRPr>
          </a:p>
          <a:p>
            <a:pPr marL="194311" lvl="1" algn="l">
              <a:lnSpc>
                <a:spcPts val="2520"/>
              </a:lnSpc>
            </a:pPr>
            <a:endParaRPr lang="tr-TR" sz="1800" dirty="0">
              <a:solidFill>
                <a:srgbClr val="DE2223"/>
              </a:solidFill>
              <a:latin typeface="Aileron Bold"/>
            </a:endParaRPr>
          </a:p>
          <a:p>
            <a:pPr marL="388622" lvl="1" indent="-194311" algn="l">
              <a:lnSpc>
                <a:spcPts val="2520"/>
              </a:lnSpc>
              <a:buFont typeface="Arial"/>
              <a:buChar char="•"/>
            </a:pPr>
            <a:endParaRPr lang="tr-TR" dirty="0">
              <a:solidFill>
                <a:srgbClr val="DE2223"/>
              </a:solidFill>
              <a:latin typeface="Aileron Bold"/>
            </a:endParaRPr>
          </a:p>
          <a:p>
            <a:pPr marL="194311" lvl="1">
              <a:lnSpc>
                <a:spcPts val="2520"/>
              </a:lnSpc>
            </a:pPr>
            <a:r>
              <a:rPr lang="tr-TR" dirty="0">
                <a:solidFill>
                  <a:srgbClr val="DE2223"/>
                </a:solidFill>
                <a:latin typeface="Aileron Bold"/>
              </a:rPr>
              <a:t>Sayfada görsellerden (tablolar, akış diyagramı , infografik vb.) yararlanabilirsiniz.</a:t>
            </a:r>
            <a:endParaRPr lang="en-US" sz="1800" dirty="0">
              <a:solidFill>
                <a:srgbClr val="DE2223"/>
              </a:solidFill>
              <a:latin typeface="Aileron Bold"/>
            </a:endParaRPr>
          </a:p>
          <a:p>
            <a:pPr marL="194311" lvl="1" algn="l">
              <a:lnSpc>
                <a:spcPts val="2520"/>
              </a:lnSpc>
            </a:pPr>
            <a:endParaRPr lang="en-US" sz="1800" dirty="0">
              <a:solidFill>
                <a:srgbClr val="DE2223"/>
              </a:solidFill>
              <a:latin typeface="Aileron Bold"/>
            </a:endParaRPr>
          </a:p>
          <a:p>
            <a:pPr algn="l">
              <a:lnSpc>
                <a:spcPts val="2520"/>
              </a:lnSpc>
            </a:pPr>
            <a:endParaRPr lang="en-US" sz="1800" dirty="0">
              <a:solidFill>
                <a:srgbClr val="DE2223"/>
              </a:solidFill>
              <a:latin typeface="Aileron Bold"/>
            </a:endParaRPr>
          </a:p>
        </p:txBody>
      </p:sp>
      <p:sp>
        <p:nvSpPr>
          <p:cNvPr id="82" name="Freeform 96">
            <a:extLst>
              <a:ext uri="{FF2B5EF4-FFF2-40B4-BE49-F238E27FC236}">
                <a16:creationId xmlns:a16="http://schemas.microsoft.com/office/drawing/2014/main" id="{E50DDEAD-AC0A-FAE1-9D6A-112B8085272B}"/>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3" name="AutoShape 20">
            <a:extLst>
              <a:ext uri="{FF2B5EF4-FFF2-40B4-BE49-F238E27FC236}">
                <a16:creationId xmlns:a16="http://schemas.microsoft.com/office/drawing/2014/main" id="{B40FE95B-8613-D5E2-7AD8-75455A356B8B}"/>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12" name="Freeform 97">
            <a:extLst>
              <a:ext uri="{FF2B5EF4-FFF2-40B4-BE49-F238E27FC236}">
                <a16:creationId xmlns:a16="http://schemas.microsoft.com/office/drawing/2014/main" id="{3CFE46E7-142B-F8C1-3D9B-80F0E9A94F3A}"/>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3" name="Freeform 96">
            <a:extLst>
              <a:ext uri="{FF2B5EF4-FFF2-40B4-BE49-F238E27FC236}">
                <a16:creationId xmlns:a16="http://schemas.microsoft.com/office/drawing/2014/main" id="{45E57076-12E7-E44E-2F8A-81C78FE13C59}"/>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7" name="Freeform 96">
            <a:extLst>
              <a:ext uri="{FF2B5EF4-FFF2-40B4-BE49-F238E27FC236}">
                <a16:creationId xmlns:a16="http://schemas.microsoft.com/office/drawing/2014/main" id="{37CC55B8-79B1-ADF3-BF33-E0BBC2249D31}"/>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5FB8EA96-6F40-9357-5D2C-1F6BB82CEC24}"/>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19" name="TextBox 35">
            <a:extLst>
              <a:ext uri="{FF2B5EF4-FFF2-40B4-BE49-F238E27FC236}">
                <a16:creationId xmlns:a16="http://schemas.microsoft.com/office/drawing/2014/main" id="{52637F08-FC3F-4C0D-1414-2DD7CAA7F59D}"/>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0" name="TextBox 36">
            <a:extLst>
              <a:ext uri="{FF2B5EF4-FFF2-40B4-BE49-F238E27FC236}">
                <a16:creationId xmlns:a16="http://schemas.microsoft.com/office/drawing/2014/main" id="{3E04BA17-FEBC-8DBC-E0A1-419C331E5037}"/>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1" name="TextBox 37">
            <a:extLst>
              <a:ext uri="{FF2B5EF4-FFF2-40B4-BE49-F238E27FC236}">
                <a16:creationId xmlns:a16="http://schemas.microsoft.com/office/drawing/2014/main" id="{7F316796-43D8-A6EB-BABA-E7698A1FF15F}"/>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2" name="TextBox 38">
            <a:extLst>
              <a:ext uri="{FF2B5EF4-FFF2-40B4-BE49-F238E27FC236}">
                <a16:creationId xmlns:a16="http://schemas.microsoft.com/office/drawing/2014/main" id="{9A1012D2-4647-0269-14BE-69DFEC05870C}"/>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3" name="TextBox 39">
            <a:extLst>
              <a:ext uri="{FF2B5EF4-FFF2-40B4-BE49-F238E27FC236}">
                <a16:creationId xmlns:a16="http://schemas.microsoft.com/office/drawing/2014/main" id="{B450C98B-4322-0150-69CF-C2ACF44F9DCA}"/>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4" name="Freeform 45">
            <a:extLst>
              <a:ext uri="{FF2B5EF4-FFF2-40B4-BE49-F238E27FC236}">
                <a16:creationId xmlns:a16="http://schemas.microsoft.com/office/drawing/2014/main" id="{7F68BB4E-CCE7-D785-3FA2-9A5E8DF25D67}"/>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5" name="Freeform 47">
            <a:extLst>
              <a:ext uri="{FF2B5EF4-FFF2-40B4-BE49-F238E27FC236}">
                <a16:creationId xmlns:a16="http://schemas.microsoft.com/office/drawing/2014/main" id="{99B1DC46-8358-8AA8-9888-28C7CB4C2966}"/>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6" name="Freeform 22">
            <a:extLst>
              <a:ext uri="{FF2B5EF4-FFF2-40B4-BE49-F238E27FC236}">
                <a16:creationId xmlns:a16="http://schemas.microsoft.com/office/drawing/2014/main" id="{36355C24-B164-8E36-98DF-E6E9B84491C3}"/>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7" name="Freeform 44">
            <a:extLst>
              <a:ext uri="{FF2B5EF4-FFF2-40B4-BE49-F238E27FC236}">
                <a16:creationId xmlns:a16="http://schemas.microsoft.com/office/drawing/2014/main" id="{2B601BF7-40DA-19F8-1EC1-BE75915C311B}"/>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8" name="TextBox 38">
            <a:extLst>
              <a:ext uri="{FF2B5EF4-FFF2-40B4-BE49-F238E27FC236}">
                <a16:creationId xmlns:a16="http://schemas.microsoft.com/office/drawing/2014/main" id="{EF94D7CB-F68C-777A-D363-1CA2427384BB}"/>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29" name="Freeform 44">
            <a:extLst>
              <a:ext uri="{FF2B5EF4-FFF2-40B4-BE49-F238E27FC236}">
                <a16:creationId xmlns:a16="http://schemas.microsoft.com/office/drawing/2014/main" id="{E720711A-4B28-7F51-6F98-75DCDB59A434}"/>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0" name="TextBox 39">
            <a:extLst>
              <a:ext uri="{FF2B5EF4-FFF2-40B4-BE49-F238E27FC236}">
                <a16:creationId xmlns:a16="http://schemas.microsoft.com/office/drawing/2014/main" id="{66210E1F-685E-83DE-777B-79C9D42C4786}"/>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1" name="AutoShape 20">
            <a:extLst>
              <a:ext uri="{FF2B5EF4-FFF2-40B4-BE49-F238E27FC236}">
                <a16:creationId xmlns:a16="http://schemas.microsoft.com/office/drawing/2014/main" id="{FCD66D2C-CC69-F647-FDC6-FE3B7433FA4F}"/>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Freeform 21">
            <a:extLst>
              <a:ext uri="{FF2B5EF4-FFF2-40B4-BE49-F238E27FC236}">
                <a16:creationId xmlns:a16="http://schemas.microsoft.com/office/drawing/2014/main" id="{0D3D0B24-9958-1C9B-EB00-F9E11BC588C5}"/>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3" name="TextBox 40">
            <a:extLst>
              <a:ext uri="{FF2B5EF4-FFF2-40B4-BE49-F238E27FC236}">
                <a16:creationId xmlns:a16="http://schemas.microsoft.com/office/drawing/2014/main" id="{74CF4890-D9EA-311C-5FBA-540427019D33}"/>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4" name="TextBox 42">
            <a:extLst>
              <a:ext uri="{FF2B5EF4-FFF2-40B4-BE49-F238E27FC236}">
                <a16:creationId xmlns:a16="http://schemas.microsoft.com/office/drawing/2014/main" id="{116BBEB7-C7F1-58AE-09B6-EEE3C5D557FD}"/>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5" name="Freeform 21">
            <a:extLst>
              <a:ext uri="{FF2B5EF4-FFF2-40B4-BE49-F238E27FC236}">
                <a16:creationId xmlns:a16="http://schemas.microsoft.com/office/drawing/2014/main" id="{378BED1B-7B1F-72B9-8200-3B388451810C}"/>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7" name="Freeform 21">
            <a:extLst>
              <a:ext uri="{FF2B5EF4-FFF2-40B4-BE49-F238E27FC236}">
                <a16:creationId xmlns:a16="http://schemas.microsoft.com/office/drawing/2014/main" id="{6E6B3601-2C5E-A4AD-3544-0FF36108A5E0}"/>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8" name="Freeform 22">
            <a:extLst>
              <a:ext uri="{FF2B5EF4-FFF2-40B4-BE49-F238E27FC236}">
                <a16:creationId xmlns:a16="http://schemas.microsoft.com/office/drawing/2014/main" id="{2B637698-D7C0-2D56-4A56-3F159AB903D2}"/>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9" name="Freeform 21">
            <a:extLst>
              <a:ext uri="{FF2B5EF4-FFF2-40B4-BE49-F238E27FC236}">
                <a16:creationId xmlns:a16="http://schemas.microsoft.com/office/drawing/2014/main" id="{58693BFF-6EC4-46D7-D785-BAAEFE40486A}"/>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0" name="Freeform 22">
            <a:extLst>
              <a:ext uri="{FF2B5EF4-FFF2-40B4-BE49-F238E27FC236}">
                <a16:creationId xmlns:a16="http://schemas.microsoft.com/office/drawing/2014/main" id="{A6D2ECA2-6074-01F8-9263-E8DF8DFDA831}"/>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1" name="Freeform 21">
            <a:extLst>
              <a:ext uri="{FF2B5EF4-FFF2-40B4-BE49-F238E27FC236}">
                <a16:creationId xmlns:a16="http://schemas.microsoft.com/office/drawing/2014/main" id="{14512568-F502-7F05-B0C7-6D5B16A93559}"/>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2" name="Freeform 22">
            <a:extLst>
              <a:ext uri="{FF2B5EF4-FFF2-40B4-BE49-F238E27FC236}">
                <a16:creationId xmlns:a16="http://schemas.microsoft.com/office/drawing/2014/main" id="{5FA9949D-5383-2DA3-3041-E68601CD066E}"/>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3" name="Freeform 21">
            <a:extLst>
              <a:ext uri="{FF2B5EF4-FFF2-40B4-BE49-F238E27FC236}">
                <a16:creationId xmlns:a16="http://schemas.microsoft.com/office/drawing/2014/main" id="{09B1044D-9EF5-3043-98EE-DFF0B311881B}"/>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4" name="Freeform 22">
            <a:extLst>
              <a:ext uri="{FF2B5EF4-FFF2-40B4-BE49-F238E27FC236}">
                <a16:creationId xmlns:a16="http://schemas.microsoft.com/office/drawing/2014/main" id="{B343922A-C7B5-9664-786A-9E6D4C7AAF46}"/>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5" name="Freeform 21">
            <a:extLst>
              <a:ext uri="{FF2B5EF4-FFF2-40B4-BE49-F238E27FC236}">
                <a16:creationId xmlns:a16="http://schemas.microsoft.com/office/drawing/2014/main" id="{D9331597-5E6D-65D2-01E3-C6B8A54E30DA}"/>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6" name="Freeform 22">
            <a:extLst>
              <a:ext uri="{FF2B5EF4-FFF2-40B4-BE49-F238E27FC236}">
                <a16:creationId xmlns:a16="http://schemas.microsoft.com/office/drawing/2014/main" id="{25E1520D-E516-0DAB-29BC-FB79C04412FA}"/>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74DFE543-7E3A-5D8E-C7B4-1DFC83E15878}"/>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8" name="Freeform 22">
            <a:extLst>
              <a:ext uri="{FF2B5EF4-FFF2-40B4-BE49-F238E27FC236}">
                <a16:creationId xmlns:a16="http://schemas.microsoft.com/office/drawing/2014/main" id="{A7911B25-8990-CBBF-038B-35DA8DABD00F}"/>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B5AB5D15-EE8F-5C1D-0531-AF5B850BED79}"/>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0" name="Freeform 22">
            <a:extLst>
              <a:ext uri="{FF2B5EF4-FFF2-40B4-BE49-F238E27FC236}">
                <a16:creationId xmlns:a16="http://schemas.microsoft.com/office/drawing/2014/main" id="{47063CAB-0065-9DAF-D790-B78D410706E9}"/>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1" name="Freeform 21">
            <a:extLst>
              <a:ext uri="{FF2B5EF4-FFF2-40B4-BE49-F238E27FC236}">
                <a16:creationId xmlns:a16="http://schemas.microsoft.com/office/drawing/2014/main" id="{FFAB5870-51E7-02C6-2F53-13B1B46816BA}"/>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2" name="Freeform 22">
            <a:extLst>
              <a:ext uri="{FF2B5EF4-FFF2-40B4-BE49-F238E27FC236}">
                <a16:creationId xmlns:a16="http://schemas.microsoft.com/office/drawing/2014/main" id="{012C8395-7628-0C35-9660-D403B1A2565A}"/>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C8DB234E-3AA8-A37C-5935-18E95417ABFF}"/>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5" name="Freeform 22">
            <a:extLst>
              <a:ext uri="{FF2B5EF4-FFF2-40B4-BE49-F238E27FC236}">
                <a16:creationId xmlns:a16="http://schemas.microsoft.com/office/drawing/2014/main" id="{79E7FCE1-1F98-9C5C-26EF-4FD1B6B8C9B4}"/>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BB4705E2-6429-468C-402C-B143DD52449E}"/>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AA152A92-4AA7-896B-05B5-9630AE29E68A}"/>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36" name="Freeform 22">
            <a:extLst>
              <a:ext uri="{FF2B5EF4-FFF2-40B4-BE49-F238E27FC236}">
                <a16:creationId xmlns:a16="http://schemas.microsoft.com/office/drawing/2014/main" id="{42E0EBD6-7369-58DF-5E64-7528A729AF27}"/>
              </a:ext>
            </a:extLst>
          </p:cNvPr>
          <p:cNvSpPr/>
          <p:nvPr/>
        </p:nvSpPr>
        <p:spPr>
          <a:xfrm>
            <a:off x="17627256" y="490211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14" name="Freeform 97">
            <a:extLst>
              <a:ext uri="{FF2B5EF4-FFF2-40B4-BE49-F238E27FC236}">
                <a16:creationId xmlns:a16="http://schemas.microsoft.com/office/drawing/2014/main" id="{6157F53A-585F-7BA9-0DB1-E5361D632BE2}"/>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58" name="TextBox 114">
            <a:extLst>
              <a:ext uri="{FF2B5EF4-FFF2-40B4-BE49-F238E27FC236}">
                <a16:creationId xmlns:a16="http://schemas.microsoft.com/office/drawing/2014/main" id="{0180AE3E-BD05-2801-F108-4B27FBF67B98}"/>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4910182" y="315724"/>
            <a:ext cx="8010108" cy="820738"/>
          </a:xfrm>
          <a:prstGeom prst="rect">
            <a:avLst/>
          </a:prstGeom>
        </p:spPr>
        <p:txBody>
          <a:bodyPr lIns="0" tIns="0" rIns="0" bIns="0" rtlCol="0" anchor="t">
            <a:spAutoFit/>
          </a:bodyPr>
          <a:lstStyle/>
          <a:p>
            <a:pPr algn="ctr">
              <a:lnSpc>
                <a:spcPts val="6399"/>
              </a:lnSpc>
              <a:spcBef>
                <a:spcPct val="0"/>
              </a:spcBef>
            </a:pPr>
            <a:r>
              <a:rPr lang="tr-TR" sz="6399" dirty="0">
                <a:solidFill>
                  <a:srgbClr val="1A426A"/>
                </a:solidFill>
                <a:latin typeface="Active Heart"/>
              </a:rPr>
              <a:t>PROBLEM TANIMI</a:t>
            </a:r>
            <a:endParaRPr lang="en-US" sz="6399" dirty="0">
              <a:solidFill>
                <a:srgbClr val="1A426A"/>
              </a:solidFill>
              <a:latin typeface="Active Heart"/>
            </a:endParaRP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noGrp="1" noRot="1" noMove="1" noResize="1" noEditPoints="1" noAdjustHandles="1" noChangeArrowheads="1" noChangeShapeType="1"/>
          </p:cNvSpPr>
          <p:nvPr/>
        </p:nvSpPr>
        <p:spPr>
          <a:xfrm>
            <a:off x="17907028" y="9607673"/>
            <a:ext cx="230207"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3</a:t>
            </a:r>
            <a:endParaRPr lang="en-US" sz="3399" dirty="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834486"/>
            <a:ext cx="206582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50"/>
          <p:cNvSpPr txBox="1"/>
          <p:nvPr/>
        </p:nvSpPr>
        <p:spPr>
          <a:xfrm>
            <a:off x="1211508" y="1827397"/>
            <a:ext cx="15351910" cy="4705006"/>
          </a:xfrm>
          <a:prstGeom prst="rect">
            <a:avLst/>
          </a:prstGeom>
        </p:spPr>
        <p:txBody>
          <a:bodyPr lIns="0" tIns="0" rIns="0" bIns="0" rtlCol="0" anchor="t">
            <a:spAutoFit/>
          </a:bodyPr>
          <a:lstStyle/>
          <a:p>
            <a:pPr algn="l">
              <a:lnSpc>
                <a:spcPts val="2880"/>
              </a:lnSpc>
            </a:pPr>
            <a:endParaRPr dirty="0"/>
          </a:p>
          <a:p>
            <a:pPr marL="388620" lvl="1" indent="-194310" algn="l">
              <a:lnSpc>
                <a:spcPts val="2880"/>
              </a:lnSpc>
              <a:buFont typeface="Arial"/>
              <a:buChar char="•"/>
            </a:pPr>
            <a:r>
              <a:rPr lang="en-US" sz="1800" dirty="0" err="1">
                <a:solidFill>
                  <a:srgbClr val="DE2223"/>
                </a:solidFill>
                <a:latin typeface="Aileron Bold"/>
              </a:rPr>
              <a:t>Problemin</a:t>
            </a:r>
            <a:r>
              <a:rPr lang="en-US" sz="1800" dirty="0">
                <a:solidFill>
                  <a:srgbClr val="DE2223"/>
                </a:solidFill>
                <a:latin typeface="Aileron Bold"/>
              </a:rPr>
              <a:t> </a:t>
            </a:r>
            <a:r>
              <a:rPr lang="en-US" sz="1800" dirty="0" err="1">
                <a:solidFill>
                  <a:srgbClr val="DE2223"/>
                </a:solidFill>
                <a:latin typeface="Aileron Bold"/>
              </a:rPr>
              <a:t>ele</a:t>
            </a:r>
            <a:r>
              <a:rPr lang="en-US" sz="1800" dirty="0">
                <a:solidFill>
                  <a:srgbClr val="DE2223"/>
                </a:solidFill>
                <a:latin typeface="Aileron Bold"/>
              </a:rPr>
              <a:t> </a:t>
            </a:r>
            <a:r>
              <a:rPr lang="en-US" sz="1800" dirty="0" err="1">
                <a:solidFill>
                  <a:srgbClr val="DE2223"/>
                </a:solidFill>
                <a:latin typeface="Aileron Bold"/>
              </a:rPr>
              <a:t>alındığı</a:t>
            </a:r>
            <a:r>
              <a:rPr lang="en-US" sz="1800" dirty="0">
                <a:solidFill>
                  <a:srgbClr val="DE2223"/>
                </a:solidFill>
                <a:latin typeface="Aileron Bold"/>
              </a:rPr>
              <a:t> </a:t>
            </a:r>
            <a:r>
              <a:rPr lang="en-US" sz="1800" dirty="0" err="1">
                <a:solidFill>
                  <a:srgbClr val="DE2223"/>
                </a:solidFill>
                <a:latin typeface="Aileron Bold"/>
              </a:rPr>
              <a:t>sayfadır</a:t>
            </a:r>
            <a:r>
              <a:rPr lang="en-US" sz="1800" dirty="0">
                <a:solidFill>
                  <a:srgbClr val="DE2223"/>
                </a:solidFill>
                <a:latin typeface="Aileron Bold"/>
              </a:rPr>
              <a:t>.</a:t>
            </a:r>
            <a:endParaRPr lang="tr-TR" sz="1800" dirty="0">
              <a:solidFill>
                <a:srgbClr val="DE2223"/>
              </a:solidFill>
              <a:latin typeface="Aileron Bold"/>
            </a:endParaRPr>
          </a:p>
          <a:p>
            <a:pPr marL="388620" lvl="1" indent="-194310">
              <a:lnSpc>
                <a:spcPts val="2880"/>
              </a:lnSpc>
              <a:buFont typeface="Arial"/>
              <a:buChar char="•"/>
            </a:pPr>
            <a:r>
              <a:rPr lang="tr-TR" sz="1800" dirty="0">
                <a:solidFill>
                  <a:srgbClr val="DE2223"/>
                </a:solidFill>
                <a:latin typeface="Aileron Bold"/>
              </a:rPr>
              <a:t>Problem tanımı</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tr-TR" sz="1800" u="sng" dirty="0">
                <a:solidFill>
                  <a:srgbClr val="DE2223"/>
                </a:solidFill>
                <a:latin typeface="Aileron Bold Italics"/>
              </a:rPr>
              <a:t> iki </a:t>
            </a:r>
            <a:r>
              <a:rPr lang="en-US" sz="1800" dirty="0">
                <a:solidFill>
                  <a:srgbClr val="DE2223"/>
                </a:solidFill>
                <a:latin typeface="Aileron Bold"/>
              </a:rPr>
              <a:t>(2) </a:t>
            </a:r>
            <a:r>
              <a:rPr lang="en-US" sz="1800" dirty="0" err="1">
                <a:solidFill>
                  <a:srgbClr val="DE2223"/>
                </a:solidFill>
                <a:latin typeface="Aileron Bold"/>
              </a:rPr>
              <a:t>sayfa</a:t>
            </a:r>
            <a:r>
              <a:rPr lang="tr-TR" sz="1800" dirty="0">
                <a:solidFill>
                  <a:srgbClr val="DE2223"/>
                </a:solidFill>
                <a:latin typeface="Aileron Bold"/>
              </a:rPr>
              <a:t>da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r>
              <a:rPr lang="en-US" sz="1800" dirty="0" err="1">
                <a:solidFill>
                  <a:srgbClr val="DE2223"/>
                </a:solidFill>
                <a:latin typeface="Aileron Bold"/>
              </a:rPr>
              <a:t>İsteyen</a:t>
            </a:r>
            <a:r>
              <a:rPr lang="en-US" sz="1800" dirty="0">
                <a:solidFill>
                  <a:srgbClr val="DE2223"/>
                </a:solidFill>
                <a:latin typeface="Aileron Bold"/>
              </a:rPr>
              <a:t> </a:t>
            </a:r>
            <a:r>
              <a:rPr lang="en-US" sz="1800" dirty="0" err="1">
                <a:solidFill>
                  <a:srgbClr val="DE2223"/>
                </a:solidFill>
                <a:latin typeface="Aileron Bold"/>
              </a:rPr>
              <a:t>takımlar</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(1)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anlatabilir</a:t>
            </a:r>
            <a:r>
              <a:rPr lang="en-US" sz="1800" dirty="0">
                <a:solidFill>
                  <a:srgbClr val="DE2223"/>
                </a:solidFill>
                <a:latin typeface="Aileron Bold"/>
              </a:rPr>
              <a:t>.</a:t>
            </a:r>
            <a:endParaRPr lang="tr-TR" sz="1800" dirty="0">
              <a:solidFill>
                <a:srgbClr val="DE2223"/>
              </a:solidFill>
              <a:latin typeface="Aileron Bold"/>
            </a:endParaRPr>
          </a:p>
          <a:p>
            <a:pPr marL="388620" lvl="1" indent="-194310">
              <a:lnSpc>
                <a:spcPts val="2880"/>
              </a:lnSpc>
              <a:buFont typeface="Arial"/>
              <a:buChar char="•"/>
            </a:pPr>
            <a:r>
              <a:rPr lang="en-US" sz="1800" dirty="0" err="1">
                <a:solidFill>
                  <a:srgbClr val="DE2223"/>
                </a:solidFill>
                <a:latin typeface="Aileron Bold"/>
              </a:rPr>
              <a:t>Literatür</a:t>
            </a:r>
            <a:r>
              <a:rPr lang="en-US" sz="1800" dirty="0">
                <a:solidFill>
                  <a:srgbClr val="DE2223"/>
                </a:solidFill>
                <a:latin typeface="Aileron Bold"/>
              </a:rPr>
              <a:t> </a:t>
            </a:r>
            <a:r>
              <a:rPr lang="en-US" sz="1800" dirty="0" err="1">
                <a:solidFill>
                  <a:srgbClr val="DE2223"/>
                </a:solidFill>
                <a:latin typeface="Aileron Bold"/>
              </a:rPr>
              <a:t>taraması</a:t>
            </a:r>
            <a:r>
              <a:rPr lang="tr-TR" sz="1800" dirty="0">
                <a:solidFill>
                  <a:srgbClr val="DE2223"/>
                </a:solidFill>
                <a:latin typeface="Aileron Bold"/>
              </a:rPr>
              <a:t> yapılmalıdır.</a:t>
            </a:r>
          </a:p>
          <a:p>
            <a:pPr marL="388620" lvl="1" indent="-194310">
              <a:lnSpc>
                <a:spcPts val="2880"/>
              </a:lnSpc>
              <a:buFont typeface="Arial"/>
              <a:buChar char="•"/>
            </a:pPr>
            <a:r>
              <a:rPr lang="tr-TR" sz="1800" dirty="0">
                <a:solidFill>
                  <a:srgbClr val="DE2223"/>
                </a:solidFill>
                <a:latin typeface="Aileron Bold"/>
              </a:rPr>
              <a:t>Mevcut durum nedir ve bu durumda karşılaşılan problemler nelerdir. Probleme dair literatür araştırması/taraması ile desteklenerek açıklanmalıdır.</a:t>
            </a:r>
          </a:p>
          <a:p>
            <a:pPr marL="394056" lvl="1" indent="-197028" algn="l">
              <a:lnSpc>
                <a:spcPts val="2555"/>
              </a:lnSpc>
              <a:buFont typeface="Arial"/>
              <a:buChar char="•"/>
            </a:pPr>
            <a:r>
              <a:rPr lang="en-US" sz="1800" dirty="0" err="1">
                <a:solidFill>
                  <a:srgbClr val="DE2223"/>
                </a:solidFill>
                <a:latin typeface="Aileron Bold"/>
              </a:rPr>
              <a:t>Literatür</a:t>
            </a:r>
            <a:r>
              <a:rPr lang="en-US" sz="1800" dirty="0">
                <a:solidFill>
                  <a:srgbClr val="DE2223"/>
                </a:solidFill>
                <a:latin typeface="Aileron Bold"/>
              </a:rPr>
              <a:t> </a:t>
            </a:r>
            <a:r>
              <a:rPr lang="en-US" sz="1800" dirty="0" err="1">
                <a:solidFill>
                  <a:srgbClr val="DE2223"/>
                </a:solidFill>
                <a:latin typeface="Aileron Bold"/>
              </a:rPr>
              <a:t>taraması</a:t>
            </a:r>
            <a:r>
              <a:rPr lang="en-US" sz="1800" dirty="0">
                <a:solidFill>
                  <a:srgbClr val="DE2223"/>
                </a:solidFill>
                <a:latin typeface="Aileron Bold"/>
              </a:rPr>
              <a:t> </a:t>
            </a:r>
            <a:r>
              <a:rPr lang="en-US" sz="1800" dirty="0" err="1">
                <a:solidFill>
                  <a:srgbClr val="DE2223"/>
                </a:solidFill>
                <a:latin typeface="Aileron Bold"/>
              </a:rPr>
              <a:t>sonucu</a:t>
            </a:r>
            <a:r>
              <a:rPr lang="en-US" sz="1800" dirty="0">
                <a:solidFill>
                  <a:srgbClr val="DE2223"/>
                </a:solidFill>
                <a:latin typeface="Aileron Bold"/>
              </a:rPr>
              <a:t> </a:t>
            </a:r>
            <a:r>
              <a:rPr lang="en-US" sz="1800" dirty="0" err="1">
                <a:solidFill>
                  <a:srgbClr val="DE2223"/>
                </a:solidFill>
                <a:latin typeface="Aileron Bold"/>
              </a:rPr>
              <a:t>ilgili</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konusunda</a:t>
            </a:r>
            <a:r>
              <a:rPr lang="en-US" sz="1800" dirty="0">
                <a:solidFill>
                  <a:srgbClr val="DE2223"/>
                </a:solidFill>
                <a:latin typeface="Aileron Bold"/>
              </a:rPr>
              <a:t> </a:t>
            </a:r>
            <a:r>
              <a:rPr lang="en-US" sz="1800" dirty="0" err="1">
                <a:solidFill>
                  <a:srgbClr val="DE2223"/>
                </a:solidFill>
                <a:latin typeface="Aileron Bold"/>
              </a:rPr>
              <a:t>daha</a:t>
            </a:r>
            <a:r>
              <a:rPr lang="en-US" sz="1800" dirty="0">
                <a:solidFill>
                  <a:srgbClr val="DE2223"/>
                </a:solidFill>
                <a:latin typeface="Aileron Bold"/>
              </a:rPr>
              <a:t> </a:t>
            </a:r>
            <a:r>
              <a:rPr lang="en-US" sz="1800" dirty="0" err="1">
                <a:solidFill>
                  <a:srgbClr val="DE2223"/>
                </a:solidFill>
                <a:latin typeface="Aileron Bold"/>
              </a:rPr>
              <a:t>önce</a:t>
            </a:r>
            <a:r>
              <a:rPr lang="en-US" sz="1800" dirty="0">
                <a:solidFill>
                  <a:srgbClr val="DE2223"/>
                </a:solidFill>
                <a:latin typeface="Aileron Bold"/>
              </a:rPr>
              <a:t> </a:t>
            </a:r>
            <a:r>
              <a:rPr lang="en-US" sz="1800" dirty="0" err="1">
                <a:solidFill>
                  <a:srgbClr val="DE2223"/>
                </a:solidFill>
                <a:latin typeface="Aileron Bold"/>
              </a:rPr>
              <a:t>yapılmış</a:t>
            </a:r>
            <a:r>
              <a:rPr lang="en-US" sz="1800" dirty="0">
                <a:solidFill>
                  <a:srgbClr val="DE2223"/>
                </a:solidFill>
                <a:latin typeface="Aileron Bold"/>
              </a:rPr>
              <a:t> </a:t>
            </a:r>
            <a:r>
              <a:rPr lang="en-US" sz="1800" dirty="0" err="1">
                <a:solidFill>
                  <a:srgbClr val="DE2223"/>
                </a:solidFill>
                <a:latin typeface="Aileron Bold"/>
              </a:rPr>
              <a:t>olan</a:t>
            </a:r>
            <a:r>
              <a:rPr lang="en-US" sz="1800" dirty="0">
                <a:solidFill>
                  <a:srgbClr val="DE2223"/>
                </a:solidFill>
                <a:latin typeface="Aileron Bold"/>
              </a:rPr>
              <a:t> </a:t>
            </a:r>
            <a:r>
              <a:rPr lang="en-US" sz="1800" dirty="0" err="1">
                <a:solidFill>
                  <a:srgbClr val="DE2223"/>
                </a:solidFill>
                <a:latin typeface="Aileron Bold"/>
              </a:rPr>
              <a:t>çalışmalardan</a:t>
            </a:r>
            <a:r>
              <a:rPr lang="en-US" sz="1800" dirty="0">
                <a:solidFill>
                  <a:srgbClr val="DE2223"/>
                </a:solidFill>
                <a:latin typeface="Aileron Bold"/>
              </a:rPr>
              <a:t> </a:t>
            </a:r>
            <a:r>
              <a:rPr lang="en-US" sz="1800" dirty="0" err="1">
                <a:solidFill>
                  <a:srgbClr val="DE2223"/>
                </a:solidFill>
                <a:latin typeface="Aileron Bold"/>
              </a:rPr>
              <a:t>bahsedilmelidir</a:t>
            </a:r>
            <a:r>
              <a:rPr lang="en-US" sz="1800" dirty="0">
                <a:solidFill>
                  <a:srgbClr val="DE2223"/>
                </a:solidFill>
                <a:latin typeface="Aileron Bold"/>
              </a:rPr>
              <a:t>. </a:t>
            </a:r>
          </a:p>
          <a:p>
            <a:pPr marL="388620" lvl="1" indent="-194310" algn="l">
              <a:lnSpc>
                <a:spcPts val="2880"/>
              </a:lnSpc>
              <a:buFont typeface="Arial"/>
              <a:buChar char="•"/>
            </a:pPr>
            <a:endParaRPr lang="tr-TR" sz="1800" dirty="0">
              <a:solidFill>
                <a:srgbClr val="DE2223"/>
              </a:solidFill>
              <a:latin typeface="Aileron Bold"/>
            </a:endParaRPr>
          </a:p>
          <a:p>
            <a:pPr marL="388620" lvl="1" indent="-194310" algn="l">
              <a:lnSpc>
                <a:spcPts val="2880"/>
              </a:lnSpc>
              <a:buFont typeface="Arial"/>
              <a:buChar char="•"/>
            </a:pPr>
            <a:endParaRPr lang="tr-TR" dirty="0">
              <a:solidFill>
                <a:srgbClr val="DE2223"/>
              </a:solidFill>
              <a:latin typeface="Aileron Bold"/>
            </a:endParaRPr>
          </a:p>
          <a:p>
            <a:pPr marL="194311" lvl="1">
              <a:lnSpc>
                <a:spcPts val="2520"/>
              </a:lnSpc>
            </a:pPr>
            <a:r>
              <a:rPr lang="tr-TR" dirty="0">
                <a:solidFill>
                  <a:srgbClr val="DE2223"/>
                </a:solidFill>
                <a:latin typeface="Aileron Bold"/>
              </a:rPr>
              <a:t>Sayfalarda görsellerden (tablolar, akış diyagramı , infografik vb.) yararlanabilirsiniz.</a:t>
            </a:r>
            <a:endParaRPr lang="en-US" sz="1800" dirty="0">
              <a:solidFill>
                <a:srgbClr val="DE2223"/>
              </a:solidFill>
              <a:latin typeface="Aileron Bold"/>
            </a:endParaRPr>
          </a:p>
          <a:p>
            <a:pPr marL="194310" lvl="1" algn="l">
              <a:lnSpc>
                <a:spcPts val="2880"/>
              </a:lnSpc>
            </a:pPr>
            <a:endParaRPr lang="en-US" sz="1800" dirty="0">
              <a:solidFill>
                <a:srgbClr val="DE2223"/>
              </a:solidFill>
              <a:latin typeface="Aileron Bold"/>
            </a:endParaRPr>
          </a:p>
          <a:p>
            <a:pPr algn="l">
              <a:lnSpc>
                <a:spcPts val="2880"/>
              </a:lnSpc>
            </a:pPr>
            <a:endParaRPr lang="en-US" sz="1800" dirty="0">
              <a:solidFill>
                <a:srgbClr val="DE2223"/>
              </a:solidFill>
              <a:latin typeface="Aileron Bold"/>
            </a:endParaRPr>
          </a:p>
          <a:p>
            <a:pPr algn="l">
              <a:lnSpc>
                <a:spcPts val="2880"/>
              </a:lnSpc>
            </a:pPr>
            <a:endParaRPr lang="en-US" sz="1800" dirty="0">
              <a:solidFill>
                <a:srgbClr val="DE2223"/>
              </a:solidFill>
              <a:latin typeface="Aileron Bold"/>
            </a:endParaRPr>
          </a:p>
        </p:txBody>
      </p:sp>
      <p:sp>
        <p:nvSpPr>
          <p:cNvPr id="50" name="Freeform 96">
            <a:extLst>
              <a:ext uri="{FF2B5EF4-FFF2-40B4-BE49-F238E27FC236}">
                <a16:creationId xmlns:a16="http://schemas.microsoft.com/office/drawing/2014/main" id="{4CFCDF26-0754-D6BF-C337-AF64F0F07C5E}"/>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12" name="Freeform 97">
            <a:extLst>
              <a:ext uri="{FF2B5EF4-FFF2-40B4-BE49-F238E27FC236}">
                <a16:creationId xmlns:a16="http://schemas.microsoft.com/office/drawing/2014/main" id="{0E235D3C-766A-274E-8771-2A0622157BE1}"/>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3" name="Freeform 96">
            <a:extLst>
              <a:ext uri="{FF2B5EF4-FFF2-40B4-BE49-F238E27FC236}">
                <a16:creationId xmlns:a16="http://schemas.microsoft.com/office/drawing/2014/main" id="{DC5FB653-E5A4-7E81-E463-E870102706C3}"/>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7" name="Freeform 96">
            <a:extLst>
              <a:ext uri="{FF2B5EF4-FFF2-40B4-BE49-F238E27FC236}">
                <a16:creationId xmlns:a16="http://schemas.microsoft.com/office/drawing/2014/main" id="{C32EDB08-D44F-B7C6-AA12-FDBEF0E93A33}"/>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5B1D63FD-E311-8867-E260-BCDBEEC9B116}"/>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19" name="TextBox 35">
            <a:extLst>
              <a:ext uri="{FF2B5EF4-FFF2-40B4-BE49-F238E27FC236}">
                <a16:creationId xmlns:a16="http://schemas.microsoft.com/office/drawing/2014/main" id="{24C96242-D1B5-FDA6-1641-081A1CA3FC4A}"/>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0" name="TextBox 36">
            <a:extLst>
              <a:ext uri="{FF2B5EF4-FFF2-40B4-BE49-F238E27FC236}">
                <a16:creationId xmlns:a16="http://schemas.microsoft.com/office/drawing/2014/main" id="{00EB5379-B083-2C14-32DB-979B97C13A13}"/>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1" name="TextBox 37">
            <a:extLst>
              <a:ext uri="{FF2B5EF4-FFF2-40B4-BE49-F238E27FC236}">
                <a16:creationId xmlns:a16="http://schemas.microsoft.com/office/drawing/2014/main" id="{2ECA4A60-4955-C2FB-E6FA-CFE6B19EB78A}"/>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2" name="TextBox 38">
            <a:extLst>
              <a:ext uri="{FF2B5EF4-FFF2-40B4-BE49-F238E27FC236}">
                <a16:creationId xmlns:a16="http://schemas.microsoft.com/office/drawing/2014/main" id="{101535B5-3AB2-ABD3-91AB-3B43353C8876}"/>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3" name="TextBox 39">
            <a:extLst>
              <a:ext uri="{FF2B5EF4-FFF2-40B4-BE49-F238E27FC236}">
                <a16:creationId xmlns:a16="http://schemas.microsoft.com/office/drawing/2014/main" id="{02F3DDAA-4768-2039-754E-152B9376308D}"/>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4" name="Freeform 45">
            <a:extLst>
              <a:ext uri="{FF2B5EF4-FFF2-40B4-BE49-F238E27FC236}">
                <a16:creationId xmlns:a16="http://schemas.microsoft.com/office/drawing/2014/main" id="{FBD825B0-E9B0-0265-A855-77821343B2C0}"/>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5" name="Freeform 47">
            <a:extLst>
              <a:ext uri="{FF2B5EF4-FFF2-40B4-BE49-F238E27FC236}">
                <a16:creationId xmlns:a16="http://schemas.microsoft.com/office/drawing/2014/main" id="{A66820F6-2FA9-7BE6-E3FA-01A791840A20}"/>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6" name="Freeform 22">
            <a:extLst>
              <a:ext uri="{FF2B5EF4-FFF2-40B4-BE49-F238E27FC236}">
                <a16:creationId xmlns:a16="http://schemas.microsoft.com/office/drawing/2014/main" id="{DA315EDD-8CA3-EFB5-C50C-BAA4C42D53B2}"/>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7" name="Freeform 44">
            <a:extLst>
              <a:ext uri="{FF2B5EF4-FFF2-40B4-BE49-F238E27FC236}">
                <a16:creationId xmlns:a16="http://schemas.microsoft.com/office/drawing/2014/main" id="{BA54A91F-1574-0A36-1BEE-484846D9715A}"/>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8" name="TextBox 38">
            <a:extLst>
              <a:ext uri="{FF2B5EF4-FFF2-40B4-BE49-F238E27FC236}">
                <a16:creationId xmlns:a16="http://schemas.microsoft.com/office/drawing/2014/main" id="{9B11B25B-4EF5-3DDE-5F02-AA3DB4FC0DA2}"/>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29" name="Freeform 44">
            <a:extLst>
              <a:ext uri="{FF2B5EF4-FFF2-40B4-BE49-F238E27FC236}">
                <a16:creationId xmlns:a16="http://schemas.microsoft.com/office/drawing/2014/main" id="{66B2B291-F9A4-BFF6-3CED-A9D5D6809612}"/>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0" name="TextBox 39">
            <a:extLst>
              <a:ext uri="{FF2B5EF4-FFF2-40B4-BE49-F238E27FC236}">
                <a16:creationId xmlns:a16="http://schemas.microsoft.com/office/drawing/2014/main" id="{5000180D-1E1D-59E3-B8A1-5EAB9BEC6004}"/>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1" name="AutoShape 20">
            <a:extLst>
              <a:ext uri="{FF2B5EF4-FFF2-40B4-BE49-F238E27FC236}">
                <a16:creationId xmlns:a16="http://schemas.microsoft.com/office/drawing/2014/main" id="{49AAD289-27F3-47CA-F750-35695ED2D307}"/>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Freeform 21">
            <a:extLst>
              <a:ext uri="{FF2B5EF4-FFF2-40B4-BE49-F238E27FC236}">
                <a16:creationId xmlns:a16="http://schemas.microsoft.com/office/drawing/2014/main" id="{E59241F3-F095-3B48-F501-769DB1FD215D}"/>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3" name="TextBox 40">
            <a:extLst>
              <a:ext uri="{FF2B5EF4-FFF2-40B4-BE49-F238E27FC236}">
                <a16:creationId xmlns:a16="http://schemas.microsoft.com/office/drawing/2014/main" id="{8822E575-9314-8FE6-1E3E-B7EF2689009F}"/>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4" name="TextBox 42">
            <a:extLst>
              <a:ext uri="{FF2B5EF4-FFF2-40B4-BE49-F238E27FC236}">
                <a16:creationId xmlns:a16="http://schemas.microsoft.com/office/drawing/2014/main" id="{71B48353-7C58-F32C-6E7B-9256F7C698F4}"/>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5" name="Freeform 21">
            <a:extLst>
              <a:ext uri="{FF2B5EF4-FFF2-40B4-BE49-F238E27FC236}">
                <a16:creationId xmlns:a16="http://schemas.microsoft.com/office/drawing/2014/main" id="{EA5355CE-EE20-9CA9-AA9B-7EC026E53E04}"/>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6" name="Freeform 22">
            <a:extLst>
              <a:ext uri="{FF2B5EF4-FFF2-40B4-BE49-F238E27FC236}">
                <a16:creationId xmlns:a16="http://schemas.microsoft.com/office/drawing/2014/main" id="{E464C74C-3788-B0A7-07EF-B95EE7CA8630}"/>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7" name="Freeform 21">
            <a:extLst>
              <a:ext uri="{FF2B5EF4-FFF2-40B4-BE49-F238E27FC236}">
                <a16:creationId xmlns:a16="http://schemas.microsoft.com/office/drawing/2014/main" id="{D8D06B43-1367-7B11-1201-CF1972FB131E}"/>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9" name="Freeform 21">
            <a:extLst>
              <a:ext uri="{FF2B5EF4-FFF2-40B4-BE49-F238E27FC236}">
                <a16:creationId xmlns:a16="http://schemas.microsoft.com/office/drawing/2014/main" id="{67F8B018-7447-EB40-F9F4-5AE643C9C3F1}"/>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0" name="Freeform 22">
            <a:extLst>
              <a:ext uri="{FF2B5EF4-FFF2-40B4-BE49-F238E27FC236}">
                <a16:creationId xmlns:a16="http://schemas.microsoft.com/office/drawing/2014/main" id="{0817FE63-7F32-D9C2-166F-003028C80573}"/>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1" name="Freeform 21">
            <a:extLst>
              <a:ext uri="{FF2B5EF4-FFF2-40B4-BE49-F238E27FC236}">
                <a16:creationId xmlns:a16="http://schemas.microsoft.com/office/drawing/2014/main" id="{9A6907A1-1085-1DEF-415C-6B27E19E8997}"/>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2" name="Freeform 22">
            <a:extLst>
              <a:ext uri="{FF2B5EF4-FFF2-40B4-BE49-F238E27FC236}">
                <a16:creationId xmlns:a16="http://schemas.microsoft.com/office/drawing/2014/main" id="{555F14F4-9B7C-31EF-3F4E-4C1ADC0D69AA}"/>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3" name="Freeform 21">
            <a:extLst>
              <a:ext uri="{FF2B5EF4-FFF2-40B4-BE49-F238E27FC236}">
                <a16:creationId xmlns:a16="http://schemas.microsoft.com/office/drawing/2014/main" id="{897BE024-434E-1382-0CB0-CE7C8D08B7EF}"/>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4" name="Freeform 22">
            <a:extLst>
              <a:ext uri="{FF2B5EF4-FFF2-40B4-BE49-F238E27FC236}">
                <a16:creationId xmlns:a16="http://schemas.microsoft.com/office/drawing/2014/main" id="{55F9C2FD-22A8-807D-EB7B-291FD4E4079E}"/>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5" name="Freeform 21">
            <a:extLst>
              <a:ext uri="{FF2B5EF4-FFF2-40B4-BE49-F238E27FC236}">
                <a16:creationId xmlns:a16="http://schemas.microsoft.com/office/drawing/2014/main" id="{3E1F75E8-A20C-FF03-19AC-67EB106A1D2A}"/>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6" name="Freeform 22">
            <a:extLst>
              <a:ext uri="{FF2B5EF4-FFF2-40B4-BE49-F238E27FC236}">
                <a16:creationId xmlns:a16="http://schemas.microsoft.com/office/drawing/2014/main" id="{9AB0A429-A3CE-82F3-C529-C5239382DAD2}"/>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DD9F602D-793E-3FF5-F39E-13CBC5802706}"/>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8" name="Freeform 22">
            <a:extLst>
              <a:ext uri="{FF2B5EF4-FFF2-40B4-BE49-F238E27FC236}">
                <a16:creationId xmlns:a16="http://schemas.microsoft.com/office/drawing/2014/main" id="{752EB20A-0751-03C9-DFCA-378315585731}"/>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FA0EF512-B2C6-5C82-77FF-ED6ECDB0E7CE}"/>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CEFC3A89-142D-8935-5B2F-269953A01C1D}"/>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1" name="Freeform 21">
            <a:extLst>
              <a:ext uri="{FF2B5EF4-FFF2-40B4-BE49-F238E27FC236}">
                <a16:creationId xmlns:a16="http://schemas.microsoft.com/office/drawing/2014/main" id="{12E0CD66-EC5B-9B6B-1444-908546912516}"/>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2" name="Freeform 22">
            <a:extLst>
              <a:ext uri="{FF2B5EF4-FFF2-40B4-BE49-F238E27FC236}">
                <a16:creationId xmlns:a16="http://schemas.microsoft.com/office/drawing/2014/main" id="{92D59625-A97B-CBA8-5873-A99F29305AB6}"/>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3" name="Freeform 21">
            <a:extLst>
              <a:ext uri="{FF2B5EF4-FFF2-40B4-BE49-F238E27FC236}">
                <a16:creationId xmlns:a16="http://schemas.microsoft.com/office/drawing/2014/main" id="{C6DEACEA-7851-6D27-EDB1-1056CB98E29B}"/>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4" name="Freeform 22">
            <a:extLst>
              <a:ext uri="{FF2B5EF4-FFF2-40B4-BE49-F238E27FC236}">
                <a16:creationId xmlns:a16="http://schemas.microsoft.com/office/drawing/2014/main" id="{17A5CB13-2A70-E3FA-5CFA-8D760D7E4BBE}"/>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5" name="TextBox 34">
            <a:extLst>
              <a:ext uri="{FF2B5EF4-FFF2-40B4-BE49-F238E27FC236}">
                <a16:creationId xmlns:a16="http://schemas.microsoft.com/office/drawing/2014/main" id="{942491F1-C330-911D-D9DB-1E3C51A0EF07}"/>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86" name="Freeform 97">
            <a:extLst>
              <a:ext uri="{FF2B5EF4-FFF2-40B4-BE49-F238E27FC236}">
                <a16:creationId xmlns:a16="http://schemas.microsoft.com/office/drawing/2014/main" id="{6BBACE83-0247-DEE8-A2C6-1862EC4940FB}"/>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38" name="Freeform 22">
            <a:extLst>
              <a:ext uri="{FF2B5EF4-FFF2-40B4-BE49-F238E27FC236}">
                <a16:creationId xmlns:a16="http://schemas.microsoft.com/office/drawing/2014/main" id="{FB3BC3BB-EB04-8FE3-1AD2-4EDD0504DE40}"/>
              </a:ext>
            </a:extLst>
          </p:cNvPr>
          <p:cNvSpPr/>
          <p:nvPr/>
        </p:nvSpPr>
        <p:spPr>
          <a:xfrm>
            <a:off x="17618305" y="491462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14" name="Freeform 97">
            <a:extLst>
              <a:ext uri="{FF2B5EF4-FFF2-40B4-BE49-F238E27FC236}">
                <a16:creationId xmlns:a16="http://schemas.microsoft.com/office/drawing/2014/main" id="{5562EC9B-0AE2-C24C-4150-929D157735F7}"/>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53" name="TextBox 114">
            <a:extLst>
              <a:ext uri="{FF2B5EF4-FFF2-40B4-BE49-F238E27FC236}">
                <a16:creationId xmlns:a16="http://schemas.microsoft.com/office/drawing/2014/main" id="{328FC898-FEF0-C87B-0204-CCCD205A823A}"/>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7597661" y="315724"/>
            <a:ext cx="2635150" cy="972123"/>
          </a:xfrm>
          <a:prstGeom prst="rect">
            <a:avLst/>
          </a:prstGeom>
        </p:spPr>
        <p:txBody>
          <a:bodyPr lIns="0" tIns="0" rIns="0" bIns="0" rtlCol="0" anchor="t">
            <a:spAutoFit/>
          </a:bodyPr>
          <a:lstStyle/>
          <a:p>
            <a:pPr algn="ctr">
              <a:lnSpc>
                <a:spcPts val="6399"/>
              </a:lnSpc>
              <a:spcBef>
                <a:spcPct val="0"/>
              </a:spcBef>
            </a:pPr>
            <a:r>
              <a:rPr lang="en-US" sz="6399">
                <a:solidFill>
                  <a:srgbClr val="1A426A"/>
                </a:solidFill>
                <a:latin typeface="Active Heart"/>
              </a:rPr>
              <a:t>ÇÖZÜM </a:t>
            </a: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noGrp="1" noRot="1" noMove="1" noResize="1" noEditPoints="1" noAdjustHandles="1" noChangeArrowheads="1" noChangeShapeType="1"/>
          </p:cNvSpPr>
          <p:nvPr/>
        </p:nvSpPr>
        <p:spPr>
          <a:xfrm>
            <a:off x="17913970" y="9607673"/>
            <a:ext cx="21632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4</a:t>
            </a:r>
            <a:endParaRPr lang="en-US" sz="3399" dirty="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903396"/>
            <a:ext cx="210863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50"/>
          <p:cNvSpPr txBox="1"/>
          <p:nvPr/>
        </p:nvSpPr>
        <p:spPr>
          <a:xfrm>
            <a:off x="1072691" y="2190989"/>
            <a:ext cx="15351910" cy="3255891"/>
          </a:xfrm>
          <a:prstGeom prst="rect">
            <a:avLst/>
          </a:prstGeom>
        </p:spPr>
        <p:txBody>
          <a:bodyPr lIns="0" tIns="0" rIns="0" bIns="0" rtlCol="0" anchor="t">
            <a:spAutoFit/>
          </a:bodyPr>
          <a:lstStyle/>
          <a:p>
            <a:pPr marL="388620" lvl="1" indent="-194310" algn="l">
              <a:lnSpc>
                <a:spcPts val="2880"/>
              </a:lnSpc>
              <a:buFont typeface="Arial"/>
              <a:buChar char="•"/>
            </a:pP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çözümün</a:t>
            </a:r>
            <a:r>
              <a:rPr lang="en-US" sz="1800" dirty="0">
                <a:solidFill>
                  <a:srgbClr val="DE2223"/>
                </a:solidFill>
                <a:latin typeface="Aileron Bold"/>
              </a:rPr>
              <a:t> </a:t>
            </a:r>
            <a:r>
              <a:rPr lang="en-US" sz="1800" dirty="0" err="1">
                <a:solidFill>
                  <a:srgbClr val="DE2223"/>
                </a:solidFill>
                <a:latin typeface="Aileron Bold"/>
              </a:rPr>
              <a:t>anlatıldığı</a:t>
            </a:r>
            <a:r>
              <a:rPr lang="en-US" sz="1800" dirty="0">
                <a:solidFill>
                  <a:srgbClr val="DE2223"/>
                </a:solidFill>
                <a:latin typeface="Aileron Bold"/>
              </a:rPr>
              <a:t> </a:t>
            </a:r>
            <a:r>
              <a:rPr lang="en-US" sz="1800" dirty="0" err="1">
                <a:solidFill>
                  <a:srgbClr val="DE2223"/>
                </a:solidFill>
                <a:latin typeface="Aileron Bold"/>
              </a:rPr>
              <a:t>sayfadır</a:t>
            </a:r>
            <a:r>
              <a:rPr lang="en-US" sz="1800" dirty="0">
                <a:solidFill>
                  <a:srgbClr val="DE2223"/>
                </a:solidFill>
                <a:latin typeface="Aileron Bold"/>
              </a:rPr>
              <a:t>.</a:t>
            </a:r>
          </a:p>
          <a:p>
            <a:pPr marL="388620" lvl="1" indent="-194310" algn="l">
              <a:lnSpc>
                <a:spcPts val="2880"/>
              </a:lnSpc>
              <a:buFont typeface="Arial"/>
              <a:buChar char="•"/>
            </a:pPr>
            <a:r>
              <a:rPr lang="en-US" sz="1800" dirty="0" err="1">
                <a:solidFill>
                  <a:srgbClr val="DE2223"/>
                </a:solidFill>
                <a:latin typeface="Aileron Bold"/>
              </a:rPr>
              <a:t>Çözüm</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dirty="0">
                <a:solidFill>
                  <a:srgbClr val="DE2223"/>
                </a:solidFill>
                <a:latin typeface="Aileron Bold"/>
              </a:rPr>
              <a:t>(2)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sınırı</a:t>
            </a:r>
            <a:r>
              <a:rPr lang="en-US" sz="1800"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r>
              <a:rPr lang="en-US" sz="1800" dirty="0" err="1">
                <a:solidFill>
                  <a:srgbClr val="DE2223"/>
                </a:solidFill>
                <a:latin typeface="Aileron Bold"/>
              </a:rPr>
              <a:t>İsteyen</a:t>
            </a:r>
            <a:r>
              <a:rPr lang="en-US" sz="1800" dirty="0">
                <a:solidFill>
                  <a:srgbClr val="DE2223"/>
                </a:solidFill>
                <a:latin typeface="Aileron Bold"/>
              </a:rPr>
              <a:t> </a:t>
            </a:r>
            <a:r>
              <a:rPr lang="en-US" sz="1800" dirty="0" err="1">
                <a:solidFill>
                  <a:srgbClr val="DE2223"/>
                </a:solidFill>
                <a:latin typeface="Aileron Bold"/>
              </a:rPr>
              <a:t>takımlar</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(1)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anlatabilir</a:t>
            </a:r>
            <a:r>
              <a:rPr lang="en-US" sz="1800" dirty="0">
                <a:solidFill>
                  <a:srgbClr val="DE2223"/>
                </a:solidFill>
                <a:latin typeface="Aileron Bold"/>
              </a:rPr>
              <a:t>.</a:t>
            </a:r>
          </a:p>
          <a:p>
            <a:pPr marL="388620" lvl="1" indent="-194310" algn="l">
              <a:lnSpc>
                <a:spcPts val="2880"/>
              </a:lnSpc>
              <a:buFont typeface="Arial"/>
              <a:buChar char="•"/>
            </a:pPr>
            <a:r>
              <a:rPr lang="en-US" sz="1800" dirty="0" err="1">
                <a:solidFill>
                  <a:srgbClr val="DE2223"/>
                </a:solidFill>
                <a:latin typeface="Aileron Bold"/>
              </a:rPr>
              <a:t>Çözüm</a:t>
            </a:r>
            <a:r>
              <a:rPr lang="en-US" sz="1800" dirty="0">
                <a:solidFill>
                  <a:srgbClr val="DE2223"/>
                </a:solidFill>
                <a:latin typeface="Aileron Bold"/>
              </a:rPr>
              <a:t> </a:t>
            </a:r>
            <a:r>
              <a:rPr lang="en-US" sz="1800" dirty="0" err="1">
                <a:solidFill>
                  <a:srgbClr val="DE2223"/>
                </a:solidFill>
                <a:latin typeface="Aileron Bold"/>
              </a:rPr>
              <a:t>fikri</a:t>
            </a:r>
            <a:r>
              <a:rPr lang="en-US" sz="1800" dirty="0">
                <a:solidFill>
                  <a:srgbClr val="DE2223"/>
                </a:solidFill>
                <a:latin typeface="Aileron Bold"/>
              </a:rPr>
              <a:t>, problem </a:t>
            </a:r>
            <a:r>
              <a:rPr lang="en-US" sz="1800" dirty="0" err="1">
                <a:solidFill>
                  <a:srgbClr val="DE2223"/>
                </a:solidFill>
                <a:latin typeface="Aileron Bold"/>
              </a:rPr>
              <a:t>ile</a:t>
            </a:r>
            <a:r>
              <a:rPr lang="en-US" sz="1800" dirty="0">
                <a:solidFill>
                  <a:srgbClr val="DE2223"/>
                </a:solidFill>
                <a:latin typeface="Aileron Bold"/>
              </a:rPr>
              <a:t> </a:t>
            </a:r>
            <a:r>
              <a:rPr lang="en-US" sz="1800" dirty="0" err="1">
                <a:solidFill>
                  <a:srgbClr val="DE2223"/>
                </a:solidFill>
                <a:latin typeface="Aileron Bold"/>
              </a:rPr>
              <a:t>uyumlu</a:t>
            </a:r>
            <a:r>
              <a:rPr lang="en-US" sz="1800" dirty="0">
                <a:solidFill>
                  <a:srgbClr val="DE2223"/>
                </a:solidFill>
                <a:latin typeface="Aileron Bold"/>
              </a:rPr>
              <a:t> </a:t>
            </a:r>
            <a:r>
              <a:rPr lang="en-US" sz="1800" dirty="0" err="1">
                <a:solidFill>
                  <a:srgbClr val="DE2223"/>
                </a:solidFill>
                <a:latin typeface="Aileron Bold"/>
              </a:rPr>
              <a:t>olarak</a:t>
            </a:r>
            <a:r>
              <a:rPr lang="en-US" sz="1800" dirty="0">
                <a:solidFill>
                  <a:srgbClr val="DE2223"/>
                </a:solidFill>
                <a:latin typeface="Aileron Bold"/>
              </a:rPr>
              <a:t> </a:t>
            </a:r>
            <a:r>
              <a:rPr lang="en-US" sz="1800" dirty="0" err="1">
                <a:solidFill>
                  <a:srgbClr val="DE2223"/>
                </a:solidFill>
                <a:latin typeface="Aileron Bold"/>
              </a:rPr>
              <a:t>kapsamlı</a:t>
            </a:r>
            <a:r>
              <a:rPr lang="en-US" sz="1800" dirty="0">
                <a:solidFill>
                  <a:srgbClr val="DE2223"/>
                </a:solidFill>
                <a:latin typeface="Aileron Bold"/>
              </a:rPr>
              <a:t>, </a:t>
            </a:r>
            <a:r>
              <a:rPr lang="en-US" sz="1800" dirty="0" err="1">
                <a:solidFill>
                  <a:srgbClr val="DE2223"/>
                </a:solidFill>
                <a:latin typeface="Aileron Bold"/>
              </a:rPr>
              <a:t>yenilikçi</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etkili</a:t>
            </a:r>
            <a:r>
              <a:rPr lang="en-US" sz="1800" dirty="0">
                <a:solidFill>
                  <a:srgbClr val="DE2223"/>
                </a:solidFill>
                <a:latin typeface="Aileron Bold"/>
              </a:rPr>
              <a:t> </a:t>
            </a:r>
            <a:r>
              <a:rPr lang="en-US" sz="1800" dirty="0" err="1">
                <a:solidFill>
                  <a:srgbClr val="DE2223"/>
                </a:solidFill>
                <a:latin typeface="Aileron Bold"/>
              </a:rPr>
              <a:t>şekilde</a:t>
            </a:r>
            <a:r>
              <a:rPr lang="en-US" sz="1800" dirty="0">
                <a:solidFill>
                  <a:srgbClr val="DE2223"/>
                </a:solidFill>
                <a:latin typeface="Aileron Bold"/>
              </a:rPr>
              <a:t> </a:t>
            </a:r>
            <a:r>
              <a:rPr lang="en-US" sz="1800" dirty="0" err="1">
                <a:solidFill>
                  <a:srgbClr val="DE2223"/>
                </a:solidFill>
                <a:latin typeface="Aileron Bold"/>
              </a:rPr>
              <a:t>açıklanmalıdır</a:t>
            </a:r>
            <a:r>
              <a:rPr lang="en-US" sz="1800" dirty="0">
                <a:solidFill>
                  <a:srgbClr val="DE2223"/>
                </a:solidFill>
                <a:latin typeface="Aileron Bold"/>
              </a:rPr>
              <a:t>. </a:t>
            </a:r>
            <a:endParaRPr lang="tr-TR" sz="1800" dirty="0">
              <a:solidFill>
                <a:srgbClr val="DE2223"/>
              </a:solidFill>
              <a:latin typeface="Aileron Bold"/>
            </a:endParaRPr>
          </a:p>
          <a:p>
            <a:pPr marL="388620" lvl="1" indent="-194310" algn="l">
              <a:lnSpc>
                <a:spcPts val="2880"/>
              </a:lnSpc>
              <a:buFont typeface="Arial"/>
              <a:buChar char="•"/>
            </a:pPr>
            <a:r>
              <a:rPr lang="en-US" sz="1800" dirty="0" err="1">
                <a:solidFill>
                  <a:srgbClr val="DE2223"/>
                </a:solidFill>
                <a:latin typeface="Aileron Bold"/>
              </a:rPr>
              <a:t>Literatürdeki</a:t>
            </a:r>
            <a:r>
              <a:rPr lang="en-US" sz="1800" dirty="0">
                <a:solidFill>
                  <a:srgbClr val="DE2223"/>
                </a:solidFill>
                <a:latin typeface="Aileron Bold"/>
              </a:rPr>
              <a:t> </a:t>
            </a:r>
            <a:r>
              <a:rPr lang="en-US" sz="1800" dirty="0" err="1">
                <a:solidFill>
                  <a:srgbClr val="DE2223"/>
                </a:solidFill>
                <a:latin typeface="Aileron Bold"/>
              </a:rPr>
              <a:t>çözümlerle</a:t>
            </a:r>
            <a:r>
              <a:rPr lang="en-US" sz="1800" dirty="0">
                <a:solidFill>
                  <a:srgbClr val="DE2223"/>
                </a:solidFill>
                <a:latin typeface="Aileron Bold"/>
              </a:rPr>
              <a:t> </a:t>
            </a:r>
            <a:r>
              <a:rPr lang="en-US" sz="1800" dirty="0" err="1">
                <a:solidFill>
                  <a:srgbClr val="DE2223"/>
                </a:solidFill>
                <a:latin typeface="Aileron Bold"/>
              </a:rPr>
              <a:t>desteklenmeli</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literatürdeki</a:t>
            </a:r>
            <a:r>
              <a:rPr lang="en-US" sz="1800" dirty="0">
                <a:solidFill>
                  <a:srgbClr val="DE2223"/>
                </a:solidFill>
                <a:latin typeface="Aileron Bold"/>
              </a:rPr>
              <a:t> </a:t>
            </a:r>
            <a:r>
              <a:rPr lang="en-US" sz="1800" dirty="0" err="1">
                <a:solidFill>
                  <a:srgbClr val="DE2223"/>
                </a:solidFill>
                <a:latin typeface="Aileron Bold"/>
              </a:rPr>
              <a:t>çözümlerden</a:t>
            </a:r>
            <a:r>
              <a:rPr lang="en-US" sz="1800" dirty="0">
                <a:solidFill>
                  <a:srgbClr val="DE2223"/>
                </a:solidFill>
                <a:latin typeface="Aileron Bold"/>
              </a:rPr>
              <a:t> </a:t>
            </a:r>
            <a:r>
              <a:rPr lang="en-US" sz="1800" dirty="0" err="1">
                <a:solidFill>
                  <a:srgbClr val="DE2223"/>
                </a:solidFill>
                <a:latin typeface="Aileron Bold"/>
              </a:rPr>
              <a:t>farkı</a:t>
            </a:r>
            <a:r>
              <a:rPr lang="en-US" sz="1800" dirty="0">
                <a:solidFill>
                  <a:srgbClr val="DE2223"/>
                </a:solidFill>
                <a:latin typeface="Aileron Bold"/>
              </a:rPr>
              <a:t> </a:t>
            </a:r>
            <a:r>
              <a:rPr lang="en-US" sz="1800" dirty="0" err="1">
                <a:solidFill>
                  <a:srgbClr val="DE2223"/>
                </a:solidFill>
                <a:latin typeface="Aileron Bold"/>
              </a:rPr>
              <a:t>ifade</a:t>
            </a:r>
            <a:r>
              <a:rPr lang="en-US" sz="1800" dirty="0">
                <a:solidFill>
                  <a:srgbClr val="DE2223"/>
                </a:solidFill>
                <a:latin typeface="Aileron Bold"/>
              </a:rPr>
              <a:t> </a:t>
            </a:r>
            <a:r>
              <a:rPr lang="en-US" sz="1800" dirty="0" err="1">
                <a:solidFill>
                  <a:srgbClr val="DE2223"/>
                </a:solidFill>
                <a:latin typeface="Aileron Bold"/>
              </a:rPr>
              <a:t>edilmelidir</a:t>
            </a:r>
            <a:r>
              <a:rPr lang="en-US" sz="1800" dirty="0">
                <a:solidFill>
                  <a:srgbClr val="DE2223"/>
                </a:solidFill>
                <a:latin typeface="Aileron Bold"/>
              </a:rPr>
              <a:t>. </a:t>
            </a:r>
          </a:p>
          <a:p>
            <a:pPr marL="388620" lvl="1" indent="-194310" algn="l">
              <a:lnSpc>
                <a:spcPts val="2880"/>
              </a:lnSpc>
              <a:buFont typeface="Arial"/>
              <a:buChar char="•"/>
            </a:pP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fikrinin</a:t>
            </a:r>
            <a:r>
              <a:rPr lang="en-US" sz="1800" dirty="0">
                <a:solidFill>
                  <a:srgbClr val="DE2223"/>
                </a:solidFill>
                <a:latin typeface="Aileron Bold"/>
              </a:rPr>
              <a:t> </a:t>
            </a:r>
            <a:r>
              <a:rPr lang="en-US" sz="1800" dirty="0" err="1">
                <a:solidFill>
                  <a:srgbClr val="DE2223"/>
                </a:solidFill>
                <a:latin typeface="Aileron Bold"/>
              </a:rPr>
              <a:t>açıklanan</a:t>
            </a:r>
            <a:r>
              <a:rPr lang="en-US" sz="1800" dirty="0">
                <a:solidFill>
                  <a:srgbClr val="DE2223"/>
                </a:solidFill>
                <a:latin typeface="Aileron Bold"/>
              </a:rPr>
              <a:t> problem </a:t>
            </a:r>
            <a:r>
              <a:rPr lang="en-US" sz="1800" dirty="0" err="1">
                <a:solidFill>
                  <a:srgbClr val="DE2223"/>
                </a:solidFill>
                <a:latin typeface="Aileron Bold"/>
              </a:rPr>
              <a:t>ile</a:t>
            </a:r>
            <a:r>
              <a:rPr lang="en-US" sz="1800" dirty="0">
                <a:solidFill>
                  <a:srgbClr val="DE2223"/>
                </a:solidFill>
                <a:latin typeface="Aileron Bold"/>
              </a:rPr>
              <a:t> </a:t>
            </a:r>
            <a:r>
              <a:rPr lang="en-US" sz="1800" dirty="0" err="1">
                <a:solidFill>
                  <a:srgbClr val="DE2223"/>
                </a:solidFill>
                <a:latin typeface="Aileron Bold"/>
              </a:rPr>
              <a:t>ilişkisi</a:t>
            </a:r>
            <a:r>
              <a:rPr lang="en-US" sz="1800" dirty="0">
                <a:solidFill>
                  <a:srgbClr val="DE2223"/>
                </a:solidFill>
                <a:latin typeface="Aileron Bold"/>
              </a:rPr>
              <a:t> </a:t>
            </a:r>
            <a:r>
              <a:rPr lang="en-US" sz="1800" dirty="0" err="1">
                <a:solidFill>
                  <a:srgbClr val="DE2223"/>
                </a:solidFill>
                <a:latin typeface="Aileron Bold"/>
              </a:rPr>
              <a:t>kurularak</a:t>
            </a:r>
            <a:r>
              <a:rPr lang="tr-TR" sz="1800" dirty="0">
                <a:solidFill>
                  <a:srgbClr val="DE2223"/>
                </a:solidFill>
                <a:latin typeface="Aileron Bold"/>
              </a:rPr>
              <a:t> varsa</a:t>
            </a:r>
            <a:r>
              <a:rPr lang="en-US" sz="1800" dirty="0">
                <a:solidFill>
                  <a:srgbClr val="DE2223"/>
                </a:solidFill>
                <a:latin typeface="Aileron Bold"/>
              </a:rPr>
              <a:t> </a:t>
            </a:r>
            <a:r>
              <a:rPr lang="en-US" sz="1800" dirty="0" err="1">
                <a:solidFill>
                  <a:srgbClr val="DE2223"/>
                </a:solidFill>
                <a:latin typeface="Aileron Bold"/>
              </a:rPr>
              <a:t>toplumsal</a:t>
            </a:r>
            <a:r>
              <a:rPr lang="en-US" sz="1800" dirty="0">
                <a:solidFill>
                  <a:srgbClr val="DE2223"/>
                </a:solidFill>
                <a:latin typeface="Aileron Bold"/>
              </a:rPr>
              <a:t> </a:t>
            </a:r>
            <a:r>
              <a:rPr lang="en-US" sz="1800" dirty="0" err="1">
                <a:solidFill>
                  <a:srgbClr val="DE2223"/>
                </a:solidFill>
                <a:latin typeface="Aileron Bold"/>
              </a:rPr>
              <a:t>faydası</a:t>
            </a:r>
            <a:r>
              <a:rPr lang="tr-TR" sz="1800" dirty="0">
                <a:solidFill>
                  <a:srgbClr val="DE2223"/>
                </a:solidFill>
                <a:latin typeface="Aileron Bold"/>
              </a:rPr>
              <a:t> bu bölümde</a:t>
            </a:r>
            <a:r>
              <a:rPr lang="en-US" sz="1800" dirty="0">
                <a:solidFill>
                  <a:srgbClr val="DE2223"/>
                </a:solidFill>
                <a:latin typeface="Aileron Bold"/>
              </a:rPr>
              <a:t> </a:t>
            </a:r>
            <a:r>
              <a:rPr lang="en-US" sz="1800" dirty="0" err="1">
                <a:solidFill>
                  <a:srgbClr val="DE2223"/>
                </a:solidFill>
                <a:latin typeface="Aileron Bold"/>
              </a:rPr>
              <a:t>açıklan</a:t>
            </a:r>
            <a:r>
              <a:rPr lang="tr-TR" sz="1800" dirty="0" err="1">
                <a:solidFill>
                  <a:srgbClr val="DE2223"/>
                </a:solidFill>
                <a:latin typeface="Aileron Bold"/>
              </a:rPr>
              <a:t>abilir</a:t>
            </a:r>
            <a:endParaRPr lang="tr-TR" dirty="0">
              <a:solidFill>
                <a:srgbClr val="DE2223"/>
              </a:solidFill>
              <a:latin typeface="Aileron Bold"/>
            </a:endParaRPr>
          </a:p>
          <a:p>
            <a:pPr marL="388620" lvl="1" indent="-194310" algn="l">
              <a:lnSpc>
                <a:spcPts val="2880"/>
              </a:lnSpc>
              <a:buFont typeface="Arial"/>
              <a:buChar char="•"/>
            </a:pPr>
            <a:endParaRPr lang="tr-TR" sz="1800" dirty="0">
              <a:solidFill>
                <a:srgbClr val="DE2223"/>
              </a:solidFill>
              <a:latin typeface="Aileron Bold"/>
            </a:endParaRPr>
          </a:p>
          <a:p>
            <a:pPr marL="194311" lvl="1">
              <a:lnSpc>
                <a:spcPts val="2520"/>
              </a:lnSpc>
            </a:pPr>
            <a:r>
              <a:rPr lang="tr-TR" dirty="0">
                <a:solidFill>
                  <a:srgbClr val="DE2223"/>
                </a:solidFill>
                <a:latin typeface="Aileron Bold"/>
              </a:rPr>
              <a:t>Sayfalarda görsellerden (tablolar, akış diyagramı , infografik vb.) yararlanabilirsiniz.</a:t>
            </a:r>
            <a:endParaRPr lang="en-US" sz="1800" dirty="0">
              <a:solidFill>
                <a:srgbClr val="DE2223"/>
              </a:solidFill>
              <a:latin typeface="Aileron Bold"/>
            </a:endParaRPr>
          </a:p>
          <a:p>
            <a:pPr marL="194310" lvl="1" algn="l">
              <a:lnSpc>
                <a:spcPts val="2880"/>
              </a:lnSpc>
            </a:pPr>
            <a:endParaRPr lang="en-US" sz="1800" dirty="0">
              <a:solidFill>
                <a:srgbClr val="DE2223"/>
              </a:solidFill>
              <a:latin typeface="Aileron Bold"/>
            </a:endParaRPr>
          </a:p>
          <a:p>
            <a:pPr algn="l">
              <a:lnSpc>
                <a:spcPts val="2880"/>
              </a:lnSpc>
            </a:pPr>
            <a:endParaRPr lang="en-US" sz="1800" dirty="0">
              <a:solidFill>
                <a:srgbClr val="DE2223"/>
              </a:solidFill>
              <a:latin typeface="Aileron Bold"/>
            </a:endParaRPr>
          </a:p>
        </p:txBody>
      </p:sp>
      <p:sp>
        <p:nvSpPr>
          <p:cNvPr id="81" name="Freeform 96">
            <a:extLst>
              <a:ext uri="{FF2B5EF4-FFF2-40B4-BE49-F238E27FC236}">
                <a16:creationId xmlns:a16="http://schemas.microsoft.com/office/drawing/2014/main" id="{3CFA677B-08EC-248C-BA6B-A6DFF19361B3}"/>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2" name="AutoShape 20">
            <a:extLst>
              <a:ext uri="{FF2B5EF4-FFF2-40B4-BE49-F238E27FC236}">
                <a16:creationId xmlns:a16="http://schemas.microsoft.com/office/drawing/2014/main" id="{18EB56F3-C091-6A79-1FC2-AD17DF44C818}"/>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11" name="Freeform 97">
            <a:extLst>
              <a:ext uri="{FF2B5EF4-FFF2-40B4-BE49-F238E27FC236}">
                <a16:creationId xmlns:a16="http://schemas.microsoft.com/office/drawing/2014/main" id="{4C5D0284-8EE1-8B46-9EE4-8B0F5AC37AB3}"/>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2" name="Freeform 96">
            <a:extLst>
              <a:ext uri="{FF2B5EF4-FFF2-40B4-BE49-F238E27FC236}">
                <a16:creationId xmlns:a16="http://schemas.microsoft.com/office/drawing/2014/main" id="{6F3D2EE1-926A-B55E-0933-35B6B5EE445A}"/>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58" name="Freeform 96">
            <a:extLst>
              <a:ext uri="{FF2B5EF4-FFF2-40B4-BE49-F238E27FC236}">
                <a16:creationId xmlns:a16="http://schemas.microsoft.com/office/drawing/2014/main" id="{99CD981D-4ADB-3A0D-2116-70C3B4053B45}"/>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59" name="TextBox 34">
            <a:extLst>
              <a:ext uri="{FF2B5EF4-FFF2-40B4-BE49-F238E27FC236}">
                <a16:creationId xmlns:a16="http://schemas.microsoft.com/office/drawing/2014/main" id="{88C4184B-798B-F60D-67ED-409518386506}"/>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0" name="TextBox 35">
            <a:extLst>
              <a:ext uri="{FF2B5EF4-FFF2-40B4-BE49-F238E27FC236}">
                <a16:creationId xmlns:a16="http://schemas.microsoft.com/office/drawing/2014/main" id="{96440C0D-DEDE-F351-C5EF-A8C7E20AABBC}"/>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61" name="TextBox 36">
            <a:extLst>
              <a:ext uri="{FF2B5EF4-FFF2-40B4-BE49-F238E27FC236}">
                <a16:creationId xmlns:a16="http://schemas.microsoft.com/office/drawing/2014/main" id="{C6AB4EE3-2689-D0AA-ED32-C019D2DAE985}"/>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62" name="TextBox 37">
            <a:extLst>
              <a:ext uri="{FF2B5EF4-FFF2-40B4-BE49-F238E27FC236}">
                <a16:creationId xmlns:a16="http://schemas.microsoft.com/office/drawing/2014/main" id="{41456C90-24DB-557B-593A-C746A2FAE622}"/>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63" name="TextBox 38">
            <a:extLst>
              <a:ext uri="{FF2B5EF4-FFF2-40B4-BE49-F238E27FC236}">
                <a16:creationId xmlns:a16="http://schemas.microsoft.com/office/drawing/2014/main" id="{418E46B8-A7FA-212E-9249-1E71E085C1F3}"/>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64" name="TextBox 39">
            <a:extLst>
              <a:ext uri="{FF2B5EF4-FFF2-40B4-BE49-F238E27FC236}">
                <a16:creationId xmlns:a16="http://schemas.microsoft.com/office/drawing/2014/main" id="{0A2C13DC-D715-AFDC-8308-726577B9951D}"/>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65" name="Freeform 45">
            <a:extLst>
              <a:ext uri="{FF2B5EF4-FFF2-40B4-BE49-F238E27FC236}">
                <a16:creationId xmlns:a16="http://schemas.microsoft.com/office/drawing/2014/main" id="{0542B233-9A26-D7BA-3F07-837CAD638484}"/>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6" name="Freeform 47">
            <a:extLst>
              <a:ext uri="{FF2B5EF4-FFF2-40B4-BE49-F238E27FC236}">
                <a16:creationId xmlns:a16="http://schemas.microsoft.com/office/drawing/2014/main" id="{C6BD59E6-3743-2BC0-D58B-D873F7DED0F1}"/>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7" name="Freeform 22">
            <a:extLst>
              <a:ext uri="{FF2B5EF4-FFF2-40B4-BE49-F238E27FC236}">
                <a16:creationId xmlns:a16="http://schemas.microsoft.com/office/drawing/2014/main" id="{5FD4A310-4340-E8E2-10F3-FE32CDF1BF08}"/>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8" name="Freeform 44">
            <a:extLst>
              <a:ext uri="{FF2B5EF4-FFF2-40B4-BE49-F238E27FC236}">
                <a16:creationId xmlns:a16="http://schemas.microsoft.com/office/drawing/2014/main" id="{73484F3A-5E86-F9FC-8228-462CE9531332}"/>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9" name="TextBox 38">
            <a:extLst>
              <a:ext uri="{FF2B5EF4-FFF2-40B4-BE49-F238E27FC236}">
                <a16:creationId xmlns:a16="http://schemas.microsoft.com/office/drawing/2014/main" id="{5DC1C099-BD74-B68E-38B6-0402ED61AA28}"/>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70" name="Freeform 44">
            <a:extLst>
              <a:ext uri="{FF2B5EF4-FFF2-40B4-BE49-F238E27FC236}">
                <a16:creationId xmlns:a16="http://schemas.microsoft.com/office/drawing/2014/main" id="{278EA751-5E79-E1FF-9ADA-A264075E6A19}"/>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1" name="TextBox 39">
            <a:extLst>
              <a:ext uri="{FF2B5EF4-FFF2-40B4-BE49-F238E27FC236}">
                <a16:creationId xmlns:a16="http://schemas.microsoft.com/office/drawing/2014/main" id="{E4358699-F86E-DEF5-30DE-F7E20D161928}"/>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72" name="AutoShape 20">
            <a:extLst>
              <a:ext uri="{FF2B5EF4-FFF2-40B4-BE49-F238E27FC236}">
                <a16:creationId xmlns:a16="http://schemas.microsoft.com/office/drawing/2014/main" id="{02511CD7-3186-F2C4-C1C1-ABB39E04B61C}"/>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73" name="Freeform 21">
            <a:extLst>
              <a:ext uri="{FF2B5EF4-FFF2-40B4-BE49-F238E27FC236}">
                <a16:creationId xmlns:a16="http://schemas.microsoft.com/office/drawing/2014/main" id="{B319B93F-6ECE-6991-220D-C9A80EAA00EE}"/>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74" name="TextBox 40">
            <a:extLst>
              <a:ext uri="{FF2B5EF4-FFF2-40B4-BE49-F238E27FC236}">
                <a16:creationId xmlns:a16="http://schemas.microsoft.com/office/drawing/2014/main" id="{9278CE15-24C1-D1BA-BFDD-6252F67FE7C5}"/>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75" name="TextBox 42">
            <a:extLst>
              <a:ext uri="{FF2B5EF4-FFF2-40B4-BE49-F238E27FC236}">
                <a16:creationId xmlns:a16="http://schemas.microsoft.com/office/drawing/2014/main" id="{3002DCAE-568C-C9FF-8A62-ADD0418A3685}"/>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76" name="Freeform 21">
            <a:extLst>
              <a:ext uri="{FF2B5EF4-FFF2-40B4-BE49-F238E27FC236}">
                <a16:creationId xmlns:a16="http://schemas.microsoft.com/office/drawing/2014/main" id="{2BABC768-FEC1-4B4A-76C6-F385FE5A97D8}"/>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77" name="Freeform 22">
            <a:extLst>
              <a:ext uri="{FF2B5EF4-FFF2-40B4-BE49-F238E27FC236}">
                <a16:creationId xmlns:a16="http://schemas.microsoft.com/office/drawing/2014/main" id="{FAD35FC9-2AB6-AF31-071C-B860E80BC818}"/>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8" name="Freeform 21">
            <a:extLst>
              <a:ext uri="{FF2B5EF4-FFF2-40B4-BE49-F238E27FC236}">
                <a16:creationId xmlns:a16="http://schemas.microsoft.com/office/drawing/2014/main" id="{98864895-513E-D55F-49A9-E411667B37A1}"/>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79" name="Freeform 22">
            <a:extLst>
              <a:ext uri="{FF2B5EF4-FFF2-40B4-BE49-F238E27FC236}">
                <a16:creationId xmlns:a16="http://schemas.microsoft.com/office/drawing/2014/main" id="{9F47126E-4D22-BAE5-81D1-8740CE1ECA9E}"/>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0" name="Freeform 21">
            <a:extLst>
              <a:ext uri="{FF2B5EF4-FFF2-40B4-BE49-F238E27FC236}">
                <a16:creationId xmlns:a16="http://schemas.microsoft.com/office/drawing/2014/main" id="{59C80200-5C85-62AB-BE3E-DC8BA33C5ABC}"/>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16" name="Freeform 21">
            <a:extLst>
              <a:ext uri="{FF2B5EF4-FFF2-40B4-BE49-F238E27FC236}">
                <a16:creationId xmlns:a16="http://schemas.microsoft.com/office/drawing/2014/main" id="{3F11B693-8CE1-110A-06CD-6D8354970FC6}"/>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17" name="Freeform 22">
            <a:extLst>
              <a:ext uri="{FF2B5EF4-FFF2-40B4-BE49-F238E27FC236}">
                <a16:creationId xmlns:a16="http://schemas.microsoft.com/office/drawing/2014/main" id="{01D5767D-71C8-228E-DCC7-22239F4ED8BD}"/>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19" name="Freeform 22">
            <a:extLst>
              <a:ext uri="{FF2B5EF4-FFF2-40B4-BE49-F238E27FC236}">
                <a16:creationId xmlns:a16="http://schemas.microsoft.com/office/drawing/2014/main" id="{EEB322AB-7FB4-2E9D-DEAC-0A9221826B4B}"/>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20" name="Freeform 21">
            <a:extLst>
              <a:ext uri="{FF2B5EF4-FFF2-40B4-BE49-F238E27FC236}">
                <a16:creationId xmlns:a16="http://schemas.microsoft.com/office/drawing/2014/main" id="{5536BDBD-F79F-14A8-ABD4-495599A77E92}"/>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21" name="Freeform 22">
            <a:extLst>
              <a:ext uri="{FF2B5EF4-FFF2-40B4-BE49-F238E27FC236}">
                <a16:creationId xmlns:a16="http://schemas.microsoft.com/office/drawing/2014/main" id="{1C44D36B-8FAB-46EF-1D6A-D61C5E5E182D}"/>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22" name="Freeform 21">
            <a:extLst>
              <a:ext uri="{FF2B5EF4-FFF2-40B4-BE49-F238E27FC236}">
                <a16:creationId xmlns:a16="http://schemas.microsoft.com/office/drawing/2014/main" id="{DFD89860-B6D9-A0BC-63A5-FB65E9B32917}"/>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23" name="Freeform 22">
            <a:extLst>
              <a:ext uri="{FF2B5EF4-FFF2-40B4-BE49-F238E27FC236}">
                <a16:creationId xmlns:a16="http://schemas.microsoft.com/office/drawing/2014/main" id="{8665B99F-CB35-C060-F638-0E64A8226A2B}"/>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24" name="Freeform 21">
            <a:extLst>
              <a:ext uri="{FF2B5EF4-FFF2-40B4-BE49-F238E27FC236}">
                <a16:creationId xmlns:a16="http://schemas.microsoft.com/office/drawing/2014/main" id="{13F07118-6539-D478-F5AE-1A93106D777E}"/>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25" name="Freeform 22">
            <a:extLst>
              <a:ext uri="{FF2B5EF4-FFF2-40B4-BE49-F238E27FC236}">
                <a16:creationId xmlns:a16="http://schemas.microsoft.com/office/drawing/2014/main" id="{B093312E-0001-9F98-CCBD-D473A338C96C}"/>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26" name="Freeform 21">
            <a:extLst>
              <a:ext uri="{FF2B5EF4-FFF2-40B4-BE49-F238E27FC236}">
                <a16:creationId xmlns:a16="http://schemas.microsoft.com/office/drawing/2014/main" id="{753BABAC-F24A-5289-8FC3-9D6C020A4278}"/>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27" name="Freeform 22">
            <a:extLst>
              <a:ext uri="{FF2B5EF4-FFF2-40B4-BE49-F238E27FC236}">
                <a16:creationId xmlns:a16="http://schemas.microsoft.com/office/drawing/2014/main" id="{302C960F-75C7-AEB8-9985-56BC40A96FAC}"/>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28" name="Freeform 21">
            <a:extLst>
              <a:ext uri="{FF2B5EF4-FFF2-40B4-BE49-F238E27FC236}">
                <a16:creationId xmlns:a16="http://schemas.microsoft.com/office/drawing/2014/main" id="{C32428EF-7B07-85E8-B636-E549D5DE8999}"/>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29" name="Freeform 22">
            <a:extLst>
              <a:ext uri="{FF2B5EF4-FFF2-40B4-BE49-F238E27FC236}">
                <a16:creationId xmlns:a16="http://schemas.microsoft.com/office/drawing/2014/main" id="{2E78212F-238A-3BC1-A33D-448B14AB8016}"/>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30" name="TextBox 34">
            <a:extLst>
              <a:ext uri="{FF2B5EF4-FFF2-40B4-BE49-F238E27FC236}">
                <a16:creationId xmlns:a16="http://schemas.microsoft.com/office/drawing/2014/main" id="{CD877AEF-70DC-0B68-3AAC-7F82FFE823C9}"/>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131" name="Freeform 97">
            <a:extLst>
              <a:ext uri="{FF2B5EF4-FFF2-40B4-BE49-F238E27FC236}">
                <a16:creationId xmlns:a16="http://schemas.microsoft.com/office/drawing/2014/main" id="{534027D1-C60F-CE69-7258-EE6E38D96781}"/>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8" name="Freeform 21">
            <a:extLst>
              <a:ext uri="{FF2B5EF4-FFF2-40B4-BE49-F238E27FC236}">
                <a16:creationId xmlns:a16="http://schemas.microsoft.com/office/drawing/2014/main" id="{F3B6B1A5-6B27-91F8-EA99-B5CBEC4D7662}"/>
              </a:ext>
            </a:extLst>
          </p:cNvPr>
          <p:cNvSpPr/>
          <p:nvPr/>
        </p:nvSpPr>
        <p:spPr>
          <a:xfrm>
            <a:off x="17530469" y="485456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15" name="Freeform 22">
            <a:extLst>
              <a:ext uri="{FF2B5EF4-FFF2-40B4-BE49-F238E27FC236}">
                <a16:creationId xmlns:a16="http://schemas.microsoft.com/office/drawing/2014/main" id="{7868F25C-3DF5-A078-1E60-013E0A3FACC6}"/>
              </a:ext>
            </a:extLst>
          </p:cNvPr>
          <p:cNvSpPr/>
          <p:nvPr/>
        </p:nvSpPr>
        <p:spPr>
          <a:xfrm>
            <a:off x="17631659" y="494669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113" name="Freeform 97">
            <a:extLst>
              <a:ext uri="{FF2B5EF4-FFF2-40B4-BE49-F238E27FC236}">
                <a16:creationId xmlns:a16="http://schemas.microsoft.com/office/drawing/2014/main" id="{AF038811-1587-0F4B-C2CB-C31D5EE3DF70}"/>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7" name="TextBox 114">
            <a:extLst>
              <a:ext uri="{FF2B5EF4-FFF2-40B4-BE49-F238E27FC236}">
                <a16:creationId xmlns:a16="http://schemas.microsoft.com/office/drawing/2014/main" id="{977DC7DC-C3DD-A104-76CA-8EA998695081}"/>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7374307" y="315724"/>
            <a:ext cx="3081858" cy="972034"/>
          </a:xfrm>
          <a:prstGeom prst="rect">
            <a:avLst/>
          </a:prstGeom>
        </p:spPr>
        <p:txBody>
          <a:bodyPr lIns="0" tIns="0" rIns="0" bIns="0" rtlCol="0" anchor="t">
            <a:spAutoFit/>
          </a:bodyPr>
          <a:lstStyle/>
          <a:p>
            <a:pPr algn="ctr">
              <a:lnSpc>
                <a:spcPts val="6399"/>
              </a:lnSpc>
              <a:spcBef>
                <a:spcPct val="0"/>
              </a:spcBef>
            </a:pPr>
            <a:r>
              <a:rPr lang="en-US" sz="6399">
                <a:solidFill>
                  <a:srgbClr val="1A426A"/>
                </a:solidFill>
                <a:latin typeface="Active Heart"/>
              </a:rPr>
              <a:t>YÖNTEM </a:t>
            </a: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noGrp="1" noRot="1" noMove="1" noResize="1" noEditPoints="1" noAdjustHandles="1" noChangeArrowheads="1" noChangeShapeType="1"/>
          </p:cNvSpPr>
          <p:nvPr/>
        </p:nvSpPr>
        <p:spPr>
          <a:xfrm>
            <a:off x="17912028" y="9607673"/>
            <a:ext cx="220206"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5</a:t>
            </a:r>
            <a:endParaRPr lang="en-US" sz="3399" dirty="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903396"/>
            <a:ext cx="2110574"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50"/>
          <p:cNvSpPr txBox="1"/>
          <p:nvPr/>
        </p:nvSpPr>
        <p:spPr>
          <a:xfrm>
            <a:off x="1193165" y="2094117"/>
            <a:ext cx="13351022" cy="2217145"/>
          </a:xfrm>
          <a:prstGeom prst="rect">
            <a:avLst/>
          </a:prstGeom>
        </p:spPr>
        <p:txBody>
          <a:bodyPr lIns="0" tIns="0" rIns="0" bIns="0" rtlCol="0" anchor="t">
            <a:spAutoFit/>
          </a:bodyPr>
          <a:lstStyle/>
          <a:p>
            <a:pPr marL="388620" lvl="1" indent="-194310" algn="l">
              <a:lnSpc>
                <a:spcPts val="2520"/>
              </a:lnSpc>
              <a:buFont typeface="Arial"/>
              <a:buChar char="•"/>
            </a:pPr>
            <a:r>
              <a:rPr lang="en-US" sz="1800" dirty="0" err="1">
                <a:solidFill>
                  <a:srgbClr val="DE2223"/>
                </a:solidFill>
                <a:latin typeface="Aileron Bold"/>
              </a:rPr>
              <a:t>Proje</a:t>
            </a:r>
            <a:r>
              <a:rPr lang="tr-TR" sz="1800" dirty="0">
                <a:solidFill>
                  <a:srgbClr val="DE2223"/>
                </a:solidFill>
                <a:latin typeface="Aileron Bold"/>
              </a:rPr>
              <a:t>deki verilen fikrin gerçekleştirilmesi için kullanılacak yöntemlerin</a:t>
            </a:r>
            <a:r>
              <a:rPr lang="en-US" sz="1800" dirty="0">
                <a:solidFill>
                  <a:srgbClr val="DE2223"/>
                </a:solidFill>
                <a:latin typeface="Aileron Bold"/>
              </a:rPr>
              <a:t>, </a:t>
            </a:r>
            <a:r>
              <a:rPr lang="en-US" sz="1800" dirty="0" err="1">
                <a:solidFill>
                  <a:srgbClr val="DE2223"/>
                </a:solidFill>
                <a:latin typeface="Aileron Bold"/>
              </a:rPr>
              <a:t>ortaya</a:t>
            </a:r>
            <a:r>
              <a:rPr lang="en-US" sz="1800" dirty="0">
                <a:solidFill>
                  <a:srgbClr val="DE2223"/>
                </a:solidFill>
                <a:latin typeface="Aileron Bold"/>
              </a:rPr>
              <a:t> </a:t>
            </a:r>
            <a:r>
              <a:rPr lang="en-US" sz="1800" dirty="0" err="1">
                <a:solidFill>
                  <a:srgbClr val="DE2223"/>
                </a:solidFill>
                <a:latin typeface="Aileron Bold"/>
              </a:rPr>
              <a:t>çıkan</a:t>
            </a:r>
            <a:r>
              <a:rPr lang="en-US" sz="1800" dirty="0">
                <a:solidFill>
                  <a:srgbClr val="DE2223"/>
                </a:solidFill>
                <a:latin typeface="Aileron Bold"/>
              </a:rPr>
              <a:t> </a:t>
            </a:r>
            <a:r>
              <a:rPr lang="en-US" sz="1800" dirty="0" err="1">
                <a:solidFill>
                  <a:srgbClr val="DE2223"/>
                </a:solidFill>
                <a:latin typeface="Aileron Bold"/>
              </a:rPr>
              <a:t>ürün</a:t>
            </a:r>
            <a:r>
              <a:rPr lang="en-US" sz="1800" dirty="0">
                <a:solidFill>
                  <a:srgbClr val="DE2223"/>
                </a:solidFill>
                <a:latin typeface="Aileron Bold"/>
              </a:rPr>
              <a:t>/</a:t>
            </a:r>
            <a:r>
              <a:rPr lang="en-US" sz="1800" dirty="0" err="1">
                <a:solidFill>
                  <a:srgbClr val="DE2223"/>
                </a:solidFill>
                <a:latin typeface="Aileron Bold"/>
              </a:rPr>
              <a:t>projenin</a:t>
            </a:r>
            <a:r>
              <a:rPr lang="en-US" sz="1800" dirty="0">
                <a:solidFill>
                  <a:srgbClr val="DE2223"/>
                </a:solidFill>
                <a:latin typeface="Aileron Bold"/>
              </a:rPr>
              <a:t> </a:t>
            </a:r>
            <a:r>
              <a:rPr lang="en-US" sz="1800" dirty="0" err="1">
                <a:solidFill>
                  <a:srgbClr val="DE2223"/>
                </a:solidFill>
                <a:latin typeface="Aileron Bold"/>
              </a:rPr>
              <a:t>anlatıldığı</a:t>
            </a:r>
            <a:r>
              <a:rPr lang="en-US" sz="1800" dirty="0">
                <a:solidFill>
                  <a:srgbClr val="DE2223"/>
                </a:solidFill>
                <a:latin typeface="Aileron Bold"/>
              </a:rPr>
              <a:t> </a:t>
            </a:r>
            <a:r>
              <a:rPr lang="en-US" sz="1800" dirty="0" err="1">
                <a:solidFill>
                  <a:srgbClr val="DE2223"/>
                </a:solidFill>
                <a:latin typeface="Aileron Bold"/>
              </a:rPr>
              <a:t>sayfadır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Yöntem</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dirty="0">
                <a:solidFill>
                  <a:srgbClr val="DE2223"/>
                </a:solidFill>
                <a:latin typeface="Aileron Bold"/>
              </a:rPr>
              <a:t>(2)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r>
              <a:rPr lang="en-US" sz="1800" dirty="0" err="1">
                <a:solidFill>
                  <a:srgbClr val="DE2223"/>
                </a:solidFill>
                <a:latin typeface="Aileron Bold"/>
              </a:rPr>
              <a:t>İsteyen</a:t>
            </a:r>
            <a:r>
              <a:rPr lang="en-US" sz="1800" dirty="0">
                <a:solidFill>
                  <a:srgbClr val="DE2223"/>
                </a:solidFill>
                <a:latin typeface="Aileron Bold"/>
              </a:rPr>
              <a:t> </a:t>
            </a:r>
            <a:r>
              <a:rPr lang="en-US" sz="1800" dirty="0" err="1">
                <a:solidFill>
                  <a:srgbClr val="DE2223"/>
                </a:solidFill>
                <a:latin typeface="Aileron Bold"/>
              </a:rPr>
              <a:t>takımlar</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(1)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anlatabilir</a:t>
            </a:r>
            <a:r>
              <a:rPr lang="en-US" sz="1800" dirty="0">
                <a:solidFill>
                  <a:srgbClr val="DE2223"/>
                </a:solidFill>
                <a:latin typeface="Aileron Bold"/>
              </a:rPr>
              <a:t>.</a:t>
            </a:r>
          </a:p>
          <a:p>
            <a:pPr marL="388620" lvl="1" indent="-194310" algn="l">
              <a:lnSpc>
                <a:spcPts val="2520"/>
              </a:lnSpc>
              <a:buFont typeface="Arial"/>
              <a:buChar char="•"/>
            </a:pPr>
            <a:r>
              <a:rPr lang="tr-TR" sz="1800" dirty="0">
                <a:solidFill>
                  <a:srgbClr val="DE2223"/>
                </a:solidFill>
                <a:latin typeface="Aileron Bold"/>
              </a:rPr>
              <a:t>Problem çözümü için seçilen yöntem, izlenecek metot/deney, kullanılacak teknolojiler, analizler ve kullanılacak malzemelerle desteklenerek açıklanmalıdır.</a:t>
            </a:r>
          </a:p>
          <a:p>
            <a:pPr marL="388620" lvl="1" indent="-194310" algn="l">
              <a:lnSpc>
                <a:spcPts val="2520"/>
              </a:lnSpc>
              <a:buFont typeface="Arial"/>
              <a:buChar char="•"/>
            </a:pPr>
            <a:endParaRPr lang="tr-TR" sz="1800" dirty="0">
              <a:solidFill>
                <a:srgbClr val="DE2223"/>
              </a:solidFill>
              <a:latin typeface="Aileron Bold"/>
            </a:endParaRPr>
          </a:p>
          <a:p>
            <a:pPr algn="l">
              <a:lnSpc>
                <a:spcPts val="2520"/>
              </a:lnSpc>
            </a:pPr>
            <a:endParaRPr lang="tr-TR" sz="1800" dirty="0">
              <a:solidFill>
                <a:srgbClr val="DE2223"/>
              </a:solidFill>
              <a:latin typeface="Aileron Bold"/>
            </a:endParaRPr>
          </a:p>
          <a:p>
            <a:pPr marL="194311" lvl="1">
              <a:lnSpc>
                <a:spcPts val="2520"/>
              </a:lnSpc>
            </a:pPr>
            <a:r>
              <a:rPr lang="tr-TR" dirty="0">
                <a:solidFill>
                  <a:srgbClr val="DE2223"/>
                </a:solidFill>
                <a:latin typeface="Aileron Bold"/>
              </a:rPr>
              <a:t>Sayfalarda görsellerden (tablolar, akış diyagramı , infografik vb.) yararlanabilirsiniz.</a:t>
            </a:r>
            <a:endParaRPr lang="en-US" sz="1800" dirty="0">
              <a:solidFill>
                <a:srgbClr val="DE2223"/>
              </a:solidFill>
              <a:latin typeface="Aileron Bold"/>
            </a:endParaRPr>
          </a:p>
        </p:txBody>
      </p:sp>
      <p:sp>
        <p:nvSpPr>
          <p:cNvPr id="81" name="Freeform 96">
            <a:extLst>
              <a:ext uri="{FF2B5EF4-FFF2-40B4-BE49-F238E27FC236}">
                <a16:creationId xmlns:a16="http://schemas.microsoft.com/office/drawing/2014/main" id="{E5925E8D-14A6-88F8-9BB4-BEEE9015C325}"/>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11" name="Freeform 97">
            <a:extLst>
              <a:ext uri="{FF2B5EF4-FFF2-40B4-BE49-F238E27FC236}">
                <a16:creationId xmlns:a16="http://schemas.microsoft.com/office/drawing/2014/main" id="{9D336A5E-0D6D-92CD-1E7C-6944D5E4B25B}"/>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2" name="Freeform 96">
            <a:extLst>
              <a:ext uri="{FF2B5EF4-FFF2-40B4-BE49-F238E27FC236}">
                <a16:creationId xmlns:a16="http://schemas.microsoft.com/office/drawing/2014/main" id="{B2EE62B7-4351-0AC0-7A88-9B91363C3468}"/>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7" name="Freeform 96">
            <a:extLst>
              <a:ext uri="{FF2B5EF4-FFF2-40B4-BE49-F238E27FC236}">
                <a16:creationId xmlns:a16="http://schemas.microsoft.com/office/drawing/2014/main" id="{EB274DFC-7523-455A-4B1D-A06C2256BB1E}"/>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EC1C306B-A309-B06B-E48C-85AE06ED7275}"/>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19" name="TextBox 35">
            <a:extLst>
              <a:ext uri="{FF2B5EF4-FFF2-40B4-BE49-F238E27FC236}">
                <a16:creationId xmlns:a16="http://schemas.microsoft.com/office/drawing/2014/main" id="{D30331DF-75D6-861C-3EED-FB6B7CA36D22}"/>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0" name="TextBox 36">
            <a:extLst>
              <a:ext uri="{FF2B5EF4-FFF2-40B4-BE49-F238E27FC236}">
                <a16:creationId xmlns:a16="http://schemas.microsoft.com/office/drawing/2014/main" id="{9DFE46BA-9AE5-BD37-4E88-BFD09A95F0C5}"/>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1" name="TextBox 37">
            <a:extLst>
              <a:ext uri="{FF2B5EF4-FFF2-40B4-BE49-F238E27FC236}">
                <a16:creationId xmlns:a16="http://schemas.microsoft.com/office/drawing/2014/main" id="{F2A7F3DF-8EE0-CE91-C09F-6C3F45B0798C}"/>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2" name="TextBox 38">
            <a:extLst>
              <a:ext uri="{FF2B5EF4-FFF2-40B4-BE49-F238E27FC236}">
                <a16:creationId xmlns:a16="http://schemas.microsoft.com/office/drawing/2014/main" id="{AF9A44C4-E474-3C3C-6A83-9FF623CCD6E5}"/>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3" name="Freeform 45">
            <a:extLst>
              <a:ext uri="{FF2B5EF4-FFF2-40B4-BE49-F238E27FC236}">
                <a16:creationId xmlns:a16="http://schemas.microsoft.com/office/drawing/2014/main" id="{E5FFA677-C405-18D8-F409-95958A8F5A77}"/>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4" name="Freeform 47">
            <a:extLst>
              <a:ext uri="{FF2B5EF4-FFF2-40B4-BE49-F238E27FC236}">
                <a16:creationId xmlns:a16="http://schemas.microsoft.com/office/drawing/2014/main" id="{8263D4A7-B7C5-2A45-84EB-D349AD6EE5E1}"/>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5" name="Freeform 22">
            <a:extLst>
              <a:ext uri="{FF2B5EF4-FFF2-40B4-BE49-F238E27FC236}">
                <a16:creationId xmlns:a16="http://schemas.microsoft.com/office/drawing/2014/main" id="{25C9219F-6F9C-B098-6B0E-4E5D4E6E1F23}"/>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6" name="Freeform 44">
            <a:extLst>
              <a:ext uri="{FF2B5EF4-FFF2-40B4-BE49-F238E27FC236}">
                <a16:creationId xmlns:a16="http://schemas.microsoft.com/office/drawing/2014/main" id="{4EC8711C-2862-7420-7E2E-D0CF3CD0C8DE}"/>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7" name="TextBox 38">
            <a:extLst>
              <a:ext uri="{FF2B5EF4-FFF2-40B4-BE49-F238E27FC236}">
                <a16:creationId xmlns:a16="http://schemas.microsoft.com/office/drawing/2014/main" id="{F9F13EE7-04D3-CB90-D648-AA0A40E32D67}"/>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28" name="Freeform 44">
            <a:extLst>
              <a:ext uri="{FF2B5EF4-FFF2-40B4-BE49-F238E27FC236}">
                <a16:creationId xmlns:a16="http://schemas.microsoft.com/office/drawing/2014/main" id="{CC854AA7-E33B-49F4-181C-A3FA3B17AEBF}"/>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9" name="TextBox 39">
            <a:extLst>
              <a:ext uri="{FF2B5EF4-FFF2-40B4-BE49-F238E27FC236}">
                <a16:creationId xmlns:a16="http://schemas.microsoft.com/office/drawing/2014/main" id="{AFB74DDE-6DA7-0A7F-E1C5-B9977EFF7F4A}"/>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0" name="AutoShape 20">
            <a:extLst>
              <a:ext uri="{FF2B5EF4-FFF2-40B4-BE49-F238E27FC236}">
                <a16:creationId xmlns:a16="http://schemas.microsoft.com/office/drawing/2014/main" id="{BF2D95D9-DC03-CD69-ADCE-00EBAED70116}"/>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1" name="Freeform 21">
            <a:extLst>
              <a:ext uri="{FF2B5EF4-FFF2-40B4-BE49-F238E27FC236}">
                <a16:creationId xmlns:a16="http://schemas.microsoft.com/office/drawing/2014/main" id="{BE18D3C7-635D-FE83-91D9-C6CA06A7BE4F}"/>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2" name="TextBox 40">
            <a:extLst>
              <a:ext uri="{FF2B5EF4-FFF2-40B4-BE49-F238E27FC236}">
                <a16:creationId xmlns:a16="http://schemas.microsoft.com/office/drawing/2014/main" id="{F304A2AA-5650-9E81-3453-21A9CFB6DC0D}"/>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3" name="TextBox 42">
            <a:extLst>
              <a:ext uri="{FF2B5EF4-FFF2-40B4-BE49-F238E27FC236}">
                <a16:creationId xmlns:a16="http://schemas.microsoft.com/office/drawing/2014/main" id="{E71C8486-0C4E-D85B-95BE-81C5B3AE3D1D}"/>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4" name="Freeform 21">
            <a:extLst>
              <a:ext uri="{FF2B5EF4-FFF2-40B4-BE49-F238E27FC236}">
                <a16:creationId xmlns:a16="http://schemas.microsoft.com/office/drawing/2014/main" id="{63C478BB-03C4-F751-6D4B-D81D56CB6B5D}"/>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5" name="Freeform 22">
            <a:extLst>
              <a:ext uri="{FF2B5EF4-FFF2-40B4-BE49-F238E27FC236}">
                <a16:creationId xmlns:a16="http://schemas.microsoft.com/office/drawing/2014/main" id="{54B6C23B-D195-3022-DC85-FC3A0C66B690}"/>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6" name="Freeform 21">
            <a:extLst>
              <a:ext uri="{FF2B5EF4-FFF2-40B4-BE49-F238E27FC236}">
                <a16:creationId xmlns:a16="http://schemas.microsoft.com/office/drawing/2014/main" id="{79CF3FF6-44BE-0A66-0023-3732AD6F2AAA}"/>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7" name="Freeform 22">
            <a:extLst>
              <a:ext uri="{FF2B5EF4-FFF2-40B4-BE49-F238E27FC236}">
                <a16:creationId xmlns:a16="http://schemas.microsoft.com/office/drawing/2014/main" id="{2FECC12A-0763-0F60-635C-AB7D2E8A269A}"/>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8" name="Freeform 21">
            <a:extLst>
              <a:ext uri="{FF2B5EF4-FFF2-40B4-BE49-F238E27FC236}">
                <a16:creationId xmlns:a16="http://schemas.microsoft.com/office/drawing/2014/main" id="{B4C8AFD1-E74F-8318-6DAA-ECE27EB2ABDA}"/>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98EF30A8-B45A-9490-E5A0-BAA9734243F9}"/>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AAA53903-84C7-484A-0A97-2072A7E56BD3}"/>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20078E9F-F5E4-9487-DDA2-7D167F2B1A0D}"/>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1852EB94-B53C-349A-A463-FEF3A4D279BE}"/>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DC676B74-E5B0-1FE5-ED42-EC451B16B0F0}"/>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4F2475CB-8C83-C317-E2BE-90326C40628F}"/>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C3AB1C26-6FAE-8899-1D86-98066D478207}"/>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89C58D37-2144-386E-BB5C-2EFB697C229D}"/>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6490AB4E-EA01-3ED7-4A1C-F4AE89A7CFF5}"/>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C7F170A6-A34B-95FC-706A-B52586CD1199}"/>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CAF58055-0E62-EAB6-37DC-248DC6DE1A2B}"/>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0D898CA0-09D2-98D0-0B0D-60F8AEC3BC57}"/>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DE5F6751-7411-183B-528A-DCEB315FF605}"/>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4" name="Freeform 22">
            <a:extLst>
              <a:ext uri="{FF2B5EF4-FFF2-40B4-BE49-F238E27FC236}">
                <a16:creationId xmlns:a16="http://schemas.microsoft.com/office/drawing/2014/main" id="{5F907D5D-BA14-7514-FEC1-F37BEFAEAC25}"/>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5" name="TextBox 34">
            <a:extLst>
              <a:ext uri="{FF2B5EF4-FFF2-40B4-BE49-F238E27FC236}">
                <a16:creationId xmlns:a16="http://schemas.microsoft.com/office/drawing/2014/main" id="{122A5B71-AF0D-DAD2-1C2A-E7ED644C6F31}"/>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56" name="Freeform 97">
            <a:extLst>
              <a:ext uri="{FF2B5EF4-FFF2-40B4-BE49-F238E27FC236}">
                <a16:creationId xmlns:a16="http://schemas.microsoft.com/office/drawing/2014/main" id="{5BE8899E-7F18-5A4A-2224-3B317F6DDCAF}"/>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5F6B8763-A887-0946-13F4-C28437050A92}"/>
              </a:ext>
            </a:extLst>
          </p:cNvPr>
          <p:cNvSpPr/>
          <p:nvPr/>
        </p:nvSpPr>
        <p:spPr>
          <a:xfrm>
            <a:off x="17616416" y="4918338"/>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7" name="TextBox 39">
            <a:extLst>
              <a:ext uri="{FF2B5EF4-FFF2-40B4-BE49-F238E27FC236}">
                <a16:creationId xmlns:a16="http://schemas.microsoft.com/office/drawing/2014/main" id="{508F557B-9611-9616-BEA6-E229E436B79D}"/>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113" name="Freeform 97">
            <a:extLst>
              <a:ext uri="{FF2B5EF4-FFF2-40B4-BE49-F238E27FC236}">
                <a16:creationId xmlns:a16="http://schemas.microsoft.com/office/drawing/2014/main" id="{BC7D406D-6C94-45FE-4868-5D0909FC4658}"/>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58" name="TextBox 114">
            <a:extLst>
              <a:ext uri="{FF2B5EF4-FFF2-40B4-BE49-F238E27FC236}">
                <a16:creationId xmlns:a16="http://schemas.microsoft.com/office/drawing/2014/main" id="{0D9E376C-2050-F360-28F6-D2EC8C0F6E2D}"/>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45456-7C11-0E05-EF14-C7A8C8C63C5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6CBCBFE-5D0D-B18E-2A8C-18F3745CE939}"/>
              </a:ext>
            </a:extLst>
          </p:cNvPr>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a:extLst>
              <a:ext uri="{FF2B5EF4-FFF2-40B4-BE49-F238E27FC236}">
                <a16:creationId xmlns:a16="http://schemas.microsoft.com/office/drawing/2014/main" id="{CBAAD3F4-CAF6-6FC6-719E-96708A812009}"/>
              </a:ext>
            </a:extLst>
          </p:cNvPr>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a:extLst>
              <a:ext uri="{FF2B5EF4-FFF2-40B4-BE49-F238E27FC236}">
                <a16:creationId xmlns:a16="http://schemas.microsoft.com/office/drawing/2014/main" id="{965F25C0-985D-FB81-C181-C066BBEA948B}"/>
              </a:ext>
            </a:extLst>
          </p:cNvPr>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a:extLst>
              <a:ext uri="{FF2B5EF4-FFF2-40B4-BE49-F238E27FC236}">
                <a16:creationId xmlns:a16="http://schemas.microsoft.com/office/drawing/2014/main" id="{366DE2D1-F88E-BFEC-5DB4-203C81B17804}"/>
              </a:ext>
            </a:extLst>
          </p:cNvPr>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a:extLst>
              <a:ext uri="{FF2B5EF4-FFF2-40B4-BE49-F238E27FC236}">
                <a16:creationId xmlns:a16="http://schemas.microsoft.com/office/drawing/2014/main" id="{8D6B7BD8-56D9-69E6-4BEA-B51B79FEFD06}"/>
              </a:ext>
            </a:extLst>
          </p:cNvPr>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a:extLst>
              <a:ext uri="{FF2B5EF4-FFF2-40B4-BE49-F238E27FC236}">
                <a16:creationId xmlns:a16="http://schemas.microsoft.com/office/drawing/2014/main" id="{47D98DD1-4555-9743-5EF0-4C0CDEEACEDD}"/>
              </a:ext>
            </a:extLst>
          </p:cNvPr>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a:extLst>
              <a:ext uri="{FF2B5EF4-FFF2-40B4-BE49-F238E27FC236}">
                <a16:creationId xmlns:a16="http://schemas.microsoft.com/office/drawing/2014/main" id="{E3ABA872-3C70-85ED-30E4-ACCC6FE36706}"/>
              </a:ext>
            </a:extLst>
          </p:cNvPr>
          <p:cNvSpPr txBox="1">
            <a:spLocks/>
          </p:cNvSpPr>
          <p:nvPr/>
        </p:nvSpPr>
        <p:spPr>
          <a:xfrm>
            <a:off x="2228839" y="481200"/>
            <a:ext cx="13752852" cy="1641475"/>
          </a:xfrm>
          <a:prstGeom prst="rect">
            <a:avLst/>
          </a:prstGeom>
        </p:spPr>
        <p:txBody>
          <a:bodyPr wrap="square" lIns="0" tIns="0" rIns="0" bIns="0" rtlCol="0" anchor="t">
            <a:spAutoFit/>
          </a:bodyPr>
          <a:lstStyle/>
          <a:p>
            <a:pPr algn="ctr">
              <a:lnSpc>
                <a:spcPts val="6399"/>
              </a:lnSpc>
              <a:spcBef>
                <a:spcPct val="0"/>
              </a:spcBef>
            </a:pPr>
            <a:r>
              <a:rPr lang="tr-TR" sz="6399" dirty="0">
                <a:solidFill>
                  <a:srgbClr val="1A426A"/>
                </a:solidFill>
                <a:latin typeface="Active Heart"/>
              </a:rPr>
              <a:t>PROTOTİP/ UYGULAMA GELİŞTİRME DURUMU</a:t>
            </a:r>
            <a:r>
              <a:rPr lang="en-US" sz="6399" dirty="0">
                <a:solidFill>
                  <a:srgbClr val="1A426A"/>
                </a:solidFill>
                <a:latin typeface="Active Heart"/>
              </a:rPr>
              <a:t> </a:t>
            </a:r>
          </a:p>
        </p:txBody>
      </p:sp>
      <p:sp>
        <p:nvSpPr>
          <p:cNvPr id="9" name="TextBox 9">
            <a:extLst>
              <a:ext uri="{FF2B5EF4-FFF2-40B4-BE49-F238E27FC236}">
                <a16:creationId xmlns:a16="http://schemas.microsoft.com/office/drawing/2014/main" id="{A0026872-5B97-8500-E36D-E77DC46C3F96}"/>
              </a:ext>
            </a:extLst>
          </p:cNvPr>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a:extLst>
              <a:ext uri="{FF2B5EF4-FFF2-40B4-BE49-F238E27FC236}">
                <a16:creationId xmlns:a16="http://schemas.microsoft.com/office/drawing/2014/main" id="{18BBD2F8-E9E9-6917-BF76-F61547F2D047}"/>
              </a:ext>
            </a:extLst>
          </p:cNvPr>
          <p:cNvSpPr txBox="1">
            <a:spLocks noGrp="1" noRot="1" noMove="1" noResize="1" noEditPoints="1" noAdjustHandles="1" noChangeArrowheads="1" noChangeShapeType="1"/>
          </p:cNvSpPr>
          <p:nvPr/>
        </p:nvSpPr>
        <p:spPr>
          <a:xfrm>
            <a:off x="17912028" y="9607673"/>
            <a:ext cx="220206"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6</a:t>
            </a:r>
            <a:endParaRPr lang="en-US" sz="3399" dirty="0">
              <a:solidFill>
                <a:srgbClr val="1A426A"/>
              </a:solidFill>
              <a:latin typeface="Active Heart"/>
            </a:endParaRPr>
          </a:p>
        </p:txBody>
      </p:sp>
      <p:sp>
        <p:nvSpPr>
          <p:cNvPr id="11" name="Freeform 11">
            <a:extLst>
              <a:ext uri="{FF2B5EF4-FFF2-40B4-BE49-F238E27FC236}">
                <a16:creationId xmlns:a16="http://schemas.microsoft.com/office/drawing/2014/main" id="{6406D98E-439D-E914-F656-C88447E9171F}"/>
              </a:ext>
            </a:extLst>
          </p:cNvPr>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a:extLst>
              <a:ext uri="{FF2B5EF4-FFF2-40B4-BE49-F238E27FC236}">
                <a16:creationId xmlns:a16="http://schemas.microsoft.com/office/drawing/2014/main" id="{A9A06E8F-65DF-A359-FCDD-142E9D0DFCF7}"/>
              </a:ext>
            </a:extLst>
          </p:cNvPr>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a:extLst>
              <a:ext uri="{FF2B5EF4-FFF2-40B4-BE49-F238E27FC236}">
                <a16:creationId xmlns:a16="http://schemas.microsoft.com/office/drawing/2014/main" id="{EFC22D46-D8BA-7817-B2C3-1F5255E3EC1D}"/>
              </a:ext>
            </a:extLst>
          </p:cNvPr>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a:extLst>
              <a:ext uri="{FF2B5EF4-FFF2-40B4-BE49-F238E27FC236}">
                <a16:creationId xmlns:a16="http://schemas.microsoft.com/office/drawing/2014/main" id="{2AEE2A78-99F3-CE5E-9EC1-0D62234A0295}"/>
              </a:ext>
            </a:extLst>
          </p:cNvPr>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a:extLst>
              <a:ext uri="{FF2B5EF4-FFF2-40B4-BE49-F238E27FC236}">
                <a16:creationId xmlns:a16="http://schemas.microsoft.com/office/drawing/2014/main" id="{D333EBCA-DA76-E41D-DADA-CA39A303C5CC}"/>
              </a:ext>
            </a:extLst>
          </p:cNvPr>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a:extLst>
              <a:ext uri="{FF2B5EF4-FFF2-40B4-BE49-F238E27FC236}">
                <a16:creationId xmlns:a16="http://schemas.microsoft.com/office/drawing/2014/main" id="{0D8ACB19-E7AB-980E-E297-5F5D18365048}"/>
              </a:ext>
            </a:extLst>
          </p:cNvPr>
          <p:cNvSpPr txBox="1">
            <a:spLocks noGrp="1" noRot="1" noMove="1" noResize="1" noEditPoints="1" noAdjustHandles="1" noChangeArrowheads="1" noChangeShapeType="1"/>
          </p:cNvSpPr>
          <p:nvPr/>
        </p:nvSpPr>
        <p:spPr>
          <a:xfrm>
            <a:off x="753578" y="9903396"/>
            <a:ext cx="2110574"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50">
            <a:extLst>
              <a:ext uri="{FF2B5EF4-FFF2-40B4-BE49-F238E27FC236}">
                <a16:creationId xmlns:a16="http://schemas.microsoft.com/office/drawing/2014/main" id="{AC057F0F-7D2A-6B15-E94E-00232EF6B14B}"/>
              </a:ext>
            </a:extLst>
          </p:cNvPr>
          <p:cNvSpPr txBox="1"/>
          <p:nvPr/>
        </p:nvSpPr>
        <p:spPr>
          <a:xfrm>
            <a:off x="1107856" y="2344266"/>
            <a:ext cx="14188190" cy="3178947"/>
          </a:xfrm>
          <a:prstGeom prst="rect">
            <a:avLst/>
          </a:prstGeom>
        </p:spPr>
        <p:txBody>
          <a:bodyPr wrap="square" lIns="0" tIns="0" rIns="0" bIns="0" rtlCol="0" anchor="t">
            <a:spAutoFit/>
          </a:bodyPr>
          <a:lstStyle/>
          <a:p>
            <a:pPr marL="388620" lvl="1" indent="-194310" algn="just">
              <a:lnSpc>
                <a:spcPts val="2520"/>
              </a:lnSpc>
              <a:buFont typeface="Arial"/>
              <a:buChar char="•"/>
            </a:pPr>
            <a:r>
              <a:rPr lang="tr-TR" dirty="0">
                <a:solidFill>
                  <a:srgbClr val="DE2223"/>
                </a:solidFill>
                <a:latin typeface="Aileron Bold"/>
              </a:rPr>
              <a:t>Bu bölümde, proje fikrinizin somut bir ürüne dönüşme süreci detaylı bir şekilde açıklanmalıdır. Proje kapsamında prototip geliştirilip geliştirilmediği belirtilmeli; varsa prototipe ait görseller, prototip yoksa tasarımsal çalışmanızın görselleri ya da demo görselleri sunuma eklenmelidir. </a:t>
            </a:r>
          </a:p>
          <a:p>
            <a:pPr marL="388620" lvl="1" indent="-194310" algn="just">
              <a:lnSpc>
                <a:spcPts val="2520"/>
              </a:lnSpc>
              <a:buFont typeface="Arial"/>
              <a:buChar char="•"/>
            </a:pPr>
            <a:r>
              <a:rPr lang="tr-TR" dirty="0">
                <a:solidFill>
                  <a:srgbClr val="DE2223"/>
                </a:solidFill>
                <a:latin typeface="Aileron Bold"/>
              </a:rPr>
              <a:t>Geliştirilen prototipin ne tür bir sistem ya da ürün olduğu açıklanmalı; çözüm önerinizin donanım temelli mi, yazılım temelli mi yoksa her ikisini içeren hibrit bir yapı mı olduğu açıkça belirtilmelidir. Prototipin oluşturulmasında kullanılan malzeme, araç, yazılım, sensör, sistem bileşenleri gibi teknik detaylar maddeler halinde listelenmelidir.</a:t>
            </a:r>
          </a:p>
          <a:p>
            <a:pPr marL="388620" lvl="1" indent="-194310" algn="just">
              <a:lnSpc>
                <a:spcPts val="2520"/>
              </a:lnSpc>
              <a:buFont typeface="Arial"/>
              <a:buChar char="•"/>
            </a:pPr>
            <a:r>
              <a:rPr lang="tr-TR" dirty="0">
                <a:solidFill>
                  <a:srgbClr val="DE2223"/>
                </a:solidFill>
                <a:latin typeface="Aileron Bold"/>
              </a:rPr>
              <a:t> Prototipin geliştirme süreci; tasarım, üretim, kodlama ve test aşamaları şeklinde açıklanmalı, bu aşamalardan hangilerinin tamamlandığı belirtilmelidir. Henüz tamamlanmamış olan kısımlar varsa, üzerinde çalışılan alanlar açıklanmalıdır. </a:t>
            </a:r>
          </a:p>
          <a:p>
            <a:pPr marL="388620" lvl="1" indent="-194310" algn="just">
              <a:lnSpc>
                <a:spcPts val="2520"/>
              </a:lnSpc>
              <a:buFont typeface="Arial"/>
              <a:buChar char="•"/>
            </a:pPr>
            <a:r>
              <a:rPr lang="tr-TR" sz="1800" dirty="0">
                <a:solidFill>
                  <a:srgbClr val="DE2223"/>
                </a:solidFill>
                <a:latin typeface="Aileron Bold Italics"/>
              </a:rPr>
              <a:t>Prototip/ Uygulama Geliştirme Durumu </a:t>
            </a:r>
            <a:r>
              <a:rPr lang="tr-TR" sz="1800" u="sng" dirty="0">
                <a:solidFill>
                  <a:srgbClr val="DE2223"/>
                </a:solidFill>
                <a:latin typeface="Aileron Bold Italics"/>
              </a:rPr>
              <a:t>e</a:t>
            </a:r>
            <a:r>
              <a:rPr lang="en-US" sz="1800" u="sng" dirty="0">
                <a:solidFill>
                  <a:srgbClr val="DE2223"/>
                </a:solidFill>
                <a:latin typeface="Aileron Bold Italics"/>
              </a:rPr>
              <a:t>n </a:t>
            </a:r>
            <a:r>
              <a:rPr lang="en-US" sz="1800" u="sng" dirty="0" err="1">
                <a:solidFill>
                  <a:srgbClr val="DE2223"/>
                </a:solidFill>
                <a:latin typeface="Aileron Bold Italics"/>
              </a:rPr>
              <a:t>fazla</a:t>
            </a:r>
            <a:r>
              <a:rPr lang="en-US" sz="1800" dirty="0">
                <a:solidFill>
                  <a:srgbClr val="DE2223"/>
                </a:solidFill>
                <a:latin typeface="Aileron Bold"/>
              </a:rPr>
              <a:t>(</a:t>
            </a:r>
            <a:r>
              <a:rPr lang="tr-TR" sz="1800" dirty="0">
                <a:solidFill>
                  <a:srgbClr val="DE2223"/>
                </a:solidFill>
                <a:latin typeface="Aileron Bold"/>
              </a:rPr>
              <a:t>1</a:t>
            </a:r>
            <a:r>
              <a:rPr lang="en-US" sz="1800" dirty="0">
                <a:solidFill>
                  <a:srgbClr val="DE2223"/>
                </a:solidFill>
                <a:latin typeface="Aileron Bold"/>
              </a:rPr>
              <a:t>) </a:t>
            </a:r>
            <a:r>
              <a:rPr lang="en-US" sz="1800" dirty="0" err="1">
                <a:solidFill>
                  <a:srgbClr val="DE2223"/>
                </a:solidFill>
                <a:latin typeface="Aileron Bold"/>
              </a:rPr>
              <a:t>sayfad</a:t>
            </a:r>
            <a:r>
              <a:rPr lang="tr-TR" sz="1800" dirty="0">
                <a:solidFill>
                  <a:srgbClr val="DE2223"/>
                </a:solidFill>
                <a:latin typeface="Aileron Bold"/>
              </a:rPr>
              <a:t>a açıklanmalıdır</a:t>
            </a:r>
            <a:endParaRPr lang="tr-TR" dirty="0">
              <a:solidFill>
                <a:srgbClr val="DE2223"/>
              </a:solidFill>
              <a:latin typeface="Aileron Bold"/>
            </a:endParaRPr>
          </a:p>
          <a:p>
            <a:pPr marL="194310" lvl="1" algn="just">
              <a:lnSpc>
                <a:spcPts val="2520"/>
              </a:lnSpc>
            </a:pPr>
            <a:endParaRPr lang="en-US" dirty="0">
              <a:solidFill>
                <a:srgbClr val="DE2223"/>
              </a:solidFill>
              <a:latin typeface="Aileron Bold"/>
            </a:endParaRPr>
          </a:p>
        </p:txBody>
      </p:sp>
      <p:sp>
        <p:nvSpPr>
          <p:cNvPr id="81" name="Freeform 96">
            <a:extLst>
              <a:ext uri="{FF2B5EF4-FFF2-40B4-BE49-F238E27FC236}">
                <a16:creationId xmlns:a16="http://schemas.microsoft.com/office/drawing/2014/main" id="{00E24749-BE9F-8DB1-CF24-EA62CB505480}"/>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1" name="TextBox 34">
            <a:extLst>
              <a:ext uri="{FF2B5EF4-FFF2-40B4-BE49-F238E27FC236}">
                <a16:creationId xmlns:a16="http://schemas.microsoft.com/office/drawing/2014/main" id="{38C95938-FFB9-118B-570D-27BCAC198958}"/>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92" name="TextBox 35">
            <a:extLst>
              <a:ext uri="{FF2B5EF4-FFF2-40B4-BE49-F238E27FC236}">
                <a16:creationId xmlns:a16="http://schemas.microsoft.com/office/drawing/2014/main" id="{7930D20A-F40D-FB35-134C-D95D6046FD88}"/>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93" name="TextBox 36">
            <a:extLst>
              <a:ext uri="{FF2B5EF4-FFF2-40B4-BE49-F238E27FC236}">
                <a16:creationId xmlns:a16="http://schemas.microsoft.com/office/drawing/2014/main" id="{518F35C5-FEA9-B8E4-E81B-F93D79D0C031}"/>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94" name="TextBox 37">
            <a:extLst>
              <a:ext uri="{FF2B5EF4-FFF2-40B4-BE49-F238E27FC236}">
                <a16:creationId xmlns:a16="http://schemas.microsoft.com/office/drawing/2014/main" id="{44EDBB8C-12B5-80A3-5D49-F0B58B661AC4}"/>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95" name="TextBox 38">
            <a:extLst>
              <a:ext uri="{FF2B5EF4-FFF2-40B4-BE49-F238E27FC236}">
                <a16:creationId xmlns:a16="http://schemas.microsoft.com/office/drawing/2014/main" id="{03BB2A85-6285-B15F-2748-2681328017D3}"/>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96" name="TextBox 39">
            <a:extLst>
              <a:ext uri="{FF2B5EF4-FFF2-40B4-BE49-F238E27FC236}">
                <a16:creationId xmlns:a16="http://schemas.microsoft.com/office/drawing/2014/main" id="{C7705B16-1E5D-F27C-EF51-289A005B833C}"/>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101" name="Freeform 45">
            <a:extLst>
              <a:ext uri="{FF2B5EF4-FFF2-40B4-BE49-F238E27FC236}">
                <a16:creationId xmlns:a16="http://schemas.microsoft.com/office/drawing/2014/main" id="{E39C461E-5240-A173-3081-5D5631C63B2A}"/>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03" name="Freeform 47">
            <a:extLst>
              <a:ext uri="{FF2B5EF4-FFF2-40B4-BE49-F238E27FC236}">
                <a16:creationId xmlns:a16="http://schemas.microsoft.com/office/drawing/2014/main" id="{4FF5307E-22E6-2F99-B607-F31D79CF4D98}"/>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04" name="Freeform 22">
            <a:extLst>
              <a:ext uri="{FF2B5EF4-FFF2-40B4-BE49-F238E27FC236}">
                <a16:creationId xmlns:a16="http://schemas.microsoft.com/office/drawing/2014/main" id="{67A97C34-3B56-397C-80AC-EFDB8A30ADD7}"/>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07" name="Freeform 44">
            <a:extLst>
              <a:ext uri="{FF2B5EF4-FFF2-40B4-BE49-F238E27FC236}">
                <a16:creationId xmlns:a16="http://schemas.microsoft.com/office/drawing/2014/main" id="{1DA0FE44-41FE-9F10-ED3C-253C7DEFD2B7}"/>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08" name="TextBox 38">
            <a:extLst>
              <a:ext uri="{FF2B5EF4-FFF2-40B4-BE49-F238E27FC236}">
                <a16:creationId xmlns:a16="http://schemas.microsoft.com/office/drawing/2014/main" id="{9D02754E-EB3A-F7E1-DE2D-F336A8A2E8BF}"/>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110" name="Freeform 44">
            <a:extLst>
              <a:ext uri="{FF2B5EF4-FFF2-40B4-BE49-F238E27FC236}">
                <a16:creationId xmlns:a16="http://schemas.microsoft.com/office/drawing/2014/main" id="{FB6A7D5B-64CB-8202-07F1-C78C3FF46DB9}"/>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2" name="Freeform 96">
            <a:extLst>
              <a:ext uri="{FF2B5EF4-FFF2-40B4-BE49-F238E27FC236}">
                <a16:creationId xmlns:a16="http://schemas.microsoft.com/office/drawing/2014/main" id="{CE059B53-E609-1163-43DE-1BC0AE8D5734}"/>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14" name="TextBox 39">
            <a:extLst>
              <a:ext uri="{FF2B5EF4-FFF2-40B4-BE49-F238E27FC236}">
                <a16:creationId xmlns:a16="http://schemas.microsoft.com/office/drawing/2014/main" id="{783F7D66-9E64-E4C0-933C-AC53EE2E0A9F}"/>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48" name="AutoShape 20">
            <a:extLst>
              <a:ext uri="{FF2B5EF4-FFF2-40B4-BE49-F238E27FC236}">
                <a16:creationId xmlns:a16="http://schemas.microsoft.com/office/drawing/2014/main" id="{6E3F806B-D0B1-C9D9-6617-8B74C8745DE6}"/>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49" name="Freeform 21">
            <a:extLst>
              <a:ext uri="{FF2B5EF4-FFF2-40B4-BE49-F238E27FC236}">
                <a16:creationId xmlns:a16="http://schemas.microsoft.com/office/drawing/2014/main" id="{605368A7-A308-E9B5-C8B5-356158237682}"/>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5" name="TextBox 40">
            <a:extLst>
              <a:ext uri="{FF2B5EF4-FFF2-40B4-BE49-F238E27FC236}">
                <a16:creationId xmlns:a16="http://schemas.microsoft.com/office/drawing/2014/main" id="{5FC8E108-201E-8CD3-6588-5BEA659111B2}"/>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56" name="TextBox 42">
            <a:extLst>
              <a:ext uri="{FF2B5EF4-FFF2-40B4-BE49-F238E27FC236}">
                <a16:creationId xmlns:a16="http://schemas.microsoft.com/office/drawing/2014/main" id="{8B287D60-1A9B-DDA1-2352-6FF220170D99}"/>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59" name="Freeform 21">
            <a:extLst>
              <a:ext uri="{FF2B5EF4-FFF2-40B4-BE49-F238E27FC236}">
                <a16:creationId xmlns:a16="http://schemas.microsoft.com/office/drawing/2014/main" id="{2963999B-3759-779B-E0CF-1511637E9AFF}"/>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0" name="Freeform 22">
            <a:extLst>
              <a:ext uri="{FF2B5EF4-FFF2-40B4-BE49-F238E27FC236}">
                <a16:creationId xmlns:a16="http://schemas.microsoft.com/office/drawing/2014/main" id="{0CE69298-E9E6-9522-2CAB-2AEB651A2063}"/>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1" name="Freeform 21">
            <a:extLst>
              <a:ext uri="{FF2B5EF4-FFF2-40B4-BE49-F238E27FC236}">
                <a16:creationId xmlns:a16="http://schemas.microsoft.com/office/drawing/2014/main" id="{945A5DF8-618A-92D6-6269-DB743C1B0216}"/>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2" name="Freeform 22">
            <a:extLst>
              <a:ext uri="{FF2B5EF4-FFF2-40B4-BE49-F238E27FC236}">
                <a16:creationId xmlns:a16="http://schemas.microsoft.com/office/drawing/2014/main" id="{7014620B-ABB1-2A75-C0C2-EF18412E681B}"/>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3" name="Freeform 21">
            <a:extLst>
              <a:ext uri="{FF2B5EF4-FFF2-40B4-BE49-F238E27FC236}">
                <a16:creationId xmlns:a16="http://schemas.microsoft.com/office/drawing/2014/main" id="{E14E4534-0E3E-8E43-C10B-D3772FE71C11}"/>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4" name="Freeform 22">
            <a:extLst>
              <a:ext uri="{FF2B5EF4-FFF2-40B4-BE49-F238E27FC236}">
                <a16:creationId xmlns:a16="http://schemas.microsoft.com/office/drawing/2014/main" id="{653759BA-C38F-AD99-0C72-EAD3F1CDAFAD}"/>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5" name="Freeform 21">
            <a:extLst>
              <a:ext uri="{FF2B5EF4-FFF2-40B4-BE49-F238E27FC236}">
                <a16:creationId xmlns:a16="http://schemas.microsoft.com/office/drawing/2014/main" id="{C17948BE-E68A-A143-AD7B-0EB40E56A9A8}"/>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6" name="Freeform 22">
            <a:extLst>
              <a:ext uri="{FF2B5EF4-FFF2-40B4-BE49-F238E27FC236}">
                <a16:creationId xmlns:a16="http://schemas.microsoft.com/office/drawing/2014/main" id="{437FD334-64BC-CAFA-CE21-73795CF95C2B}"/>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7" name="Freeform 21">
            <a:extLst>
              <a:ext uri="{FF2B5EF4-FFF2-40B4-BE49-F238E27FC236}">
                <a16:creationId xmlns:a16="http://schemas.microsoft.com/office/drawing/2014/main" id="{5CBE65F1-BB81-9AEF-F382-53A8C438D0B7}"/>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8" name="Freeform 22">
            <a:extLst>
              <a:ext uri="{FF2B5EF4-FFF2-40B4-BE49-F238E27FC236}">
                <a16:creationId xmlns:a16="http://schemas.microsoft.com/office/drawing/2014/main" id="{3D5D7448-56CA-523A-DADF-B62D5E13B6A8}"/>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9" name="Freeform 21">
            <a:extLst>
              <a:ext uri="{FF2B5EF4-FFF2-40B4-BE49-F238E27FC236}">
                <a16:creationId xmlns:a16="http://schemas.microsoft.com/office/drawing/2014/main" id="{5DE64095-84F7-ABD2-9A85-D52A4475BC90}"/>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0" name="Freeform 22">
            <a:extLst>
              <a:ext uri="{FF2B5EF4-FFF2-40B4-BE49-F238E27FC236}">
                <a16:creationId xmlns:a16="http://schemas.microsoft.com/office/drawing/2014/main" id="{9D1B1A7B-65BC-440B-D907-5F3D0BC798BA}"/>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71" name="Freeform 21">
            <a:extLst>
              <a:ext uri="{FF2B5EF4-FFF2-40B4-BE49-F238E27FC236}">
                <a16:creationId xmlns:a16="http://schemas.microsoft.com/office/drawing/2014/main" id="{458F50F4-A654-B2E3-C4AA-8F7872915FAA}"/>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2" name="Freeform 22">
            <a:extLst>
              <a:ext uri="{FF2B5EF4-FFF2-40B4-BE49-F238E27FC236}">
                <a16:creationId xmlns:a16="http://schemas.microsoft.com/office/drawing/2014/main" id="{0AC67504-B584-B18F-344E-22EFF751FF26}"/>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73" name="Freeform 21">
            <a:extLst>
              <a:ext uri="{FF2B5EF4-FFF2-40B4-BE49-F238E27FC236}">
                <a16:creationId xmlns:a16="http://schemas.microsoft.com/office/drawing/2014/main" id="{88356021-0E4A-C436-050E-61EF704FADF7}"/>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4" name="Freeform 22">
            <a:extLst>
              <a:ext uri="{FF2B5EF4-FFF2-40B4-BE49-F238E27FC236}">
                <a16:creationId xmlns:a16="http://schemas.microsoft.com/office/drawing/2014/main" id="{9A8A1561-1F7B-0D0D-10E9-890ED944139F}"/>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75" name="Freeform 21">
            <a:extLst>
              <a:ext uri="{FF2B5EF4-FFF2-40B4-BE49-F238E27FC236}">
                <a16:creationId xmlns:a16="http://schemas.microsoft.com/office/drawing/2014/main" id="{58061949-0404-C285-BDAD-0A4CCF844CC4}"/>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6" name="Freeform 22">
            <a:extLst>
              <a:ext uri="{FF2B5EF4-FFF2-40B4-BE49-F238E27FC236}">
                <a16:creationId xmlns:a16="http://schemas.microsoft.com/office/drawing/2014/main" id="{57B86BF1-93C3-1DE4-7BD2-87A1F754E742}"/>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77" name="Freeform 21">
            <a:extLst>
              <a:ext uri="{FF2B5EF4-FFF2-40B4-BE49-F238E27FC236}">
                <a16:creationId xmlns:a16="http://schemas.microsoft.com/office/drawing/2014/main" id="{CFE7B482-EAAC-6F6C-E059-4E0FD3DCE985}"/>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8" name="Freeform 22">
            <a:extLst>
              <a:ext uri="{FF2B5EF4-FFF2-40B4-BE49-F238E27FC236}">
                <a16:creationId xmlns:a16="http://schemas.microsoft.com/office/drawing/2014/main" id="{C696BA3F-B36C-91EE-EAF8-9FCBD7AEFD04}"/>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45" name="TextBox 34">
            <a:extLst>
              <a:ext uri="{FF2B5EF4-FFF2-40B4-BE49-F238E27FC236}">
                <a16:creationId xmlns:a16="http://schemas.microsoft.com/office/drawing/2014/main" id="{3276A281-206B-9AEA-0A6D-9DDB7E00D0F4}"/>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113" name="Freeform 97">
            <a:extLst>
              <a:ext uri="{FF2B5EF4-FFF2-40B4-BE49-F238E27FC236}">
                <a16:creationId xmlns:a16="http://schemas.microsoft.com/office/drawing/2014/main" id="{E45E6B22-E3F9-B20A-315C-F9E0B6163166}"/>
              </a:ext>
            </a:extLst>
          </p:cNvPr>
          <p:cNvSpPr/>
          <p:nvPr/>
        </p:nvSpPr>
        <p:spPr>
          <a:xfrm>
            <a:off x="17542542" y="1381876"/>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11" name="Freeform 97">
            <a:extLst>
              <a:ext uri="{FF2B5EF4-FFF2-40B4-BE49-F238E27FC236}">
                <a16:creationId xmlns:a16="http://schemas.microsoft.com/office/drawing/2014/main" id="{2041960B-E6BF-D994-0B48-9F61264C1395}"/>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17" name="TextBox 114">
            <a:extLst>
              <a:ext uri="{FF2B5EF4-FFF2-40B4-BE49-F238E27FC236}">
                <a16:creationId xmlns:a16="http://schemas.microsoft.com/office/drawing/2014/main" id="{D3447C7D-382E-D468-3A3A-EB98D485D0E8}"/>
              </a:ext>
            </a:extLst>
          </p:cNvPr>
          <p:cNvSpPr txBox="1">
            <a:spLocks/>
          </p:cNvSpPr>
          <p:nvPr/>
        </p:nvSpPr>
        <p:spPr>
          <a:xfrm>
            <a:off x="2901643"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extLst>
      <p:ext uri="{BB962C8B-B14F-4D97-AF65-F5344CB8AC3E}">
        <p14:creationId xmlns:p14="http://schemas.microsoft.com/office/powerpoint/2010/main" val="1731876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00F38-0F05-D8E2-06C1-94DF205D531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DB36A6A-BDA8-E073-3946-0C4C5224D0CE}"/>
              </a:ext>
            </a:extLst>
          </p:cNvPr>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a:extLst>
              <a:ext uri="{FF2B5EF4-FFF2-40B4-BE49-F238E27FC236}">
                <a16:creationId xmlns:a16="http://schemas.microsoft.com/office/drawing/2014/main" id="{B63F06B5-2F28-939C-1084-87441281012A}"/>
              </a:ext>
            </a:extLst>
          </p:cNvPr>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a:extLst>
              <a:ext uri="{FF2B5EF4-FFF2-40B4-BE49-F238E27FC236}">
                <a16:creationId xmlns:a16="http://schemas.microsoft.com/office/drawing/2014/main" id="{64E73ED7-5F7F-C06D-8538-022E23A779A8}"/>
              </a:ext>
            </a:extLst>
          </p:cNvPr>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a:extLst>
              <a:ext uri="{FF2B5EF4-FFF2-40B4-BE49-F238E27FC236}">
                <a16:creationId xmlns:a16="http://schemas.microsoft.com/office/drawing/2014/main" id="{23AEC40C-4B64-D5CE-51E3-14C481623FAD}"/>
              </a:ext>
            </a:extLst>
          </p:cNvPr>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a:extLst>
              <a:ext uri="{FF2B5EF4-FFF2-40B4-BE49-F238E27FC236}">
                <a16:creationId xmlns:a16="http://schemas.microsoft.com/office/drawing/2014/main" id="{0699D4A3-563F-DBED-6E14-E7BBA6A0EE35}"/>
              </a:ext>
            </a:extLst>
          </p:cNvPr>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a:extLst>
              <a:ext uri="{FF2B5EF4-FFF2-40B4-BE49-F238E27FC236}">
                <a16:creationId xmlns:a16="http://schemas.microsoft.com/office/drawing/2014/main" id="{46C86C67-8321-3C34-CE5C-A11AB91B00A9}"/>
              </a:ext>
            </a:extLst>
          </p:cNvPr>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a:extLst>
              <a:ext uri="{FF2B5EF4-FFF2-40B4-BE49-F238E27FC236}">
                <a16:creationId xmlns:a16="http://schemas.microsoft.com/office/drawing/2014/main" id="{EF665DE9-763D-65B6-D66E-51C3585D0E11}"/>
              </a:ext>
            </a:extLst>
          </p:cNvPr>
          <p:cNvSpPr txBox="1">
            <a:spLocks/>
          </p:cNvSpPr>
          <p:nvPr/>
        </p:nvSpPr>
        <p:spPr>
          <a:xfrm>
            <a:off x="3037053" y="606156"/>
            <a:ext cx="12458770" cy="1641475"/>
          </a:xfrm>
          <a:prstGeom prst="rect">
            <a:avLst/>
          </a:prstGeom>
        </p:spPr>
        <p:txBody>
          <a:bodyPr wrap="square" lIns="0" tIns="0" rIns="0" bIns="0" rtlCol="0" anchor="t">
            <a:spAutoFit/>
          </a:bodyPr>
          <a:lstStyle/>
          <a:p>
            <a:pPr algn="ctr">
              <a:lnSpc>
                <a:spcPts val="6399"/>
              </a:lnSpc>
              <a:spcBef>
                <a:spcPct val="0"/>
              </a:spcBef>
            </a:pPr>
            <a:r>
              <a:rPr lang="tr-TR" sz="6400" dirty="0">
                <a:solidFill>
                  <a:srgbClr val="1A426A"/>
                </a:solidFill>
                <a:latin typeface="Active Heart"/>
              </a:rPr>
              <a:t>TİCARİLEŞME POTANSİYELİ VE SÜRDÜRÜLEBİLİRİLİK</a:t>
            </a:r>
            <a:endParaRPr lang="en-US" sz="6400" dirty="0">
              <a:solidFill>
                <a:srgbClr val="1A426A"/>
              </a:solidFill>
              <a:latin typeface="Active Heart"/>
            </a:endParaRPr>
          </a:p>
        </p:txBody>
      </p:sp>
      <p:sp>
        <p:nvSpPr>
          <p:cNvPr id="10" name="TextBox 10">
            <a:extLst>
              <a:ext uri="{FF2B5EF4-FFF2-40B4-BE49-F238E27FC236}">
                <a16:creationId xmlns:a16="http://schemas.microsoft.com/office/drawing/2014/main" id="{9FB9EAF1-504D-6C70-954B-BCD9EBD625CC}"/>
              </a:ext>
            </a:extLst>
          </p:cNvPr>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TextBox 11">
            <a:extLst>
              <a:ext uri="{FF2B5EF4-FFF2-40B4-BE49-F238E27FC236}">
                <a16:creationId xmlns:a16="http://schemas.microsoft.com/office/drawing/2014/main" id="{F078CA0D-8326-3604-E69F-8E63E704CFF7}"/>
              </a:ext>
            </a:extLst>
          </p:cNvPr>
          <p:cNvSpPr txBox="1">
            <a:spLocks noGrp="1" noRot="1" noMove="1" noResize="1" noEditPoints="1" noAdjustHandles="1" noChangeArrowheads="1" noChangeShapeType="1"/>
          </p:cNvSpPr>
          <p:nvPr/>
        </p:nvSpPr>
        <p:spPr>
          <a:xfrm>
            <a:off x="17911760" y="9607673"/>
            <a:ext cx="22074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7</a:t>
            </a:r>
            <a:endParaRPr lang="en-US" sz="3399" dirty="0">
              <a:solidFill>
                <a:srgbClr val="1A426A"/>
              </a:solidFill>
              <a:latin typeface="Active Heart"/>
            </a:endParaRPr>
          </a:p>
        </p:txBody>
      </p:sp>
      <p:sp>
        <p:nvSpPr>
          <p:cNvPr id="12" name="Freeform 12">
            <a:extLst>
              <a:ext uri="{FF2B5EF4-FFF2-40B4-BE49-F238E27FC236}">
                <a16:creationId xmlns:a16="http://schemas.microsoft.com/office/drawing/2014/main" id="{A0CF46C6-3385-598F-FECB-1977FC5A54A9}"/>
              </a:ext>
            </a:extLst>
          </p:cNvPr>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 name="Freeform 13">
            <a:extLst>
              <a:ext uri="{FF2B5EF4-FFF2-40B4-BE49-F238E27FC236}">
                <a16:creationId xmlns:a16="http://schemas.microsoft.com/office/drawing/2014/main" id="{58EA78DC-F439-00EA-A9EB-8EE1600A4970}"/>
              </a:ext>
            </a:extLst>
          </p:cNvPr>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4" name="Freeform 14">
            <a:extLst>
              <a:ext uri="{FF2B5EF4-FFF2-40B4-BE49-F238E27FC236}">
                <a16:creationId xmlns:a16="http://schemas.microsoft.com/office/drawing/2014/main" id="{31502484-A6BF-CF27-837D-05437E923D1B}"/>
              </a:ext>
            </a:extLst>
          </p:cNvPr>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5" name="Freeform 15">
            <a:extLst>
              <a:ext uri="{FF2B5EF4-FFF2-40B4-BE49-F238E27FC236}">
                <a16:creationId xmlns:a16="http://schemas.microsoft.com/office/drawing/2014/main" id="{04947D71-A664-2ADA-CD59-806F078B0763}"/>
              </a:ext>
            </a:extLst>
          </p:cNvPr>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6" name="Freeform 16">
            <a:extLst>
              <a:ext uri="{FF2B5EF4-FFF2-40B4-BE49-F238E27FC236}">
                <a16:creationId xmlns:a16="http://schemas.microsoft.com/office/drawing/2014/main" id="{3DF8EB6A-3F7E-E27B-A06C-85025398F574}"/>
              </a:ext>
            </a:extLst>
          </p:cNvPr>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7" name="TextBox 17">
            <a:extLst>
              <a:ext uri="{FF2B5EF4-FFF2-40B4-BE49-F238E27FC236}">
                <a16:creationId xmlns:a16="http://schemas.microsoft.com/office/drawing/2014/main" id="{0894CDBD-6C60-2A8C-F0F0-9CCABA863DBD}"/>
              </a:ext>
            </a:extLst>
          </p:cNvPr>
          <p:cNvSpPr txBox="1">
            <a:spLocks noGrp="1" noRot="1" noMove="1" noResize="1" noEditPoints="1" noAdjustHandles="1" noChangeArrowheads="1" noChangeShapeType="1"/>
          </p:cNvSpPr>
          <p:nvPr/>
        </p:nvSpPr>
        <p:spPr>
          <a:xfrm>
            <a:off x="753578" y="9834486"/>
            <a:ext cx="206582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9">
            <a:extLst>
              <a:ext uri="{FF2B5EF4-FFF2-40B4-BE49-F238E27FC236}">
                <a16:creationId xmlns:a16="http://schemas.microsoft.com/office/drawing/2014/main" id="{87C3374D-EE8A-2EBF-7AA1-3609DAA5B7BF}"/>
              </a:ext>
            </a:extLst>
          </p:cNvPr>
          <p:cNvSpPr txBox="1"/>
          <p:nvPr/>
        </p:nvSpPr>
        <p:spPr>
          <a:xfrm>
            <a:off x="1124840" y="2547615"/>
            <a:ext cx="13990038" cy="3820148"/>
          </a:xfrm>
          <a:prstGeom prst="rect">
            <a:avLst/>
          </a:prstGeom>
        </p:spPr>
        <p:txBody>
          <a:bodyPr lIns="0" tIns="0" rIns="0" bIns="0" rtlCol="0" anchor="t">
            <a:spAutoFit/>
          </a:bodyPr>
          <a:lstStyle/>
          <a:p>
            <a:pPr marL="388620" lvl="1" indent="-194310" algn="l">
              <a:lnSpc>
                <a:spcPts val="2520"/>
              </a:lnSpc>
              <a:buFont typeface="Arial"/>
              <a:buChar char="•"/>
            </a:pPr>
            <a:r>
              <a:rPr lang="tr-TR" sz="1800" dirty="0">
                <a:solidFill>
                  <a:srgbClr val="DE2223"/>
                </a:solidFill>
                <a:latin typeface="Aileron Bold"/>
              </a:rPr>
              <a:t>Ticarileşme Potansiyeli ve Sürdürülebilirlik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u="sng" dirty="0">
                <a:solidFill>
                  <a:srgbClr val="DE2223"/>
                </a:solidFill>
                <a:latin typeface="Aileron Bold Italics"/>
              </a:rPr>
              <a:t> </a:t>
            </a:r>
            <a:r>
              <a:rPr lang="tr-TR" sz="1800" dirty="0">
                <a:solidFill>
                  <a:srgbClr val="DE2223"/>
                </a:solidFill>
                <a:latin typeface="Aileron Bold"/>
              </a:rPr>
              <a:t>bir </a:t>
            </a:r>
            <a:r>
              <a:rPr lang="en-US" sz="1800" dirty="0">
                <a:solidFill>
                  <a:srgbClr val="DE2223"/>
                </a:solidFill>
                <a:latin typeface="Aileron Bold"/>
              </a:rPr>
              <a:t>(</a:t>
            </a:r>
            <a:r>
              <a:rPr lang="tr-TR" dirty="0">
                <a:solidFill>
                  <a:srgbClr val="DE2223"/>
                </a:solidFill>
                <a:latin typeface="Aileron Bold"/>
              </a:rPr>
              <a:t>1</a:t>
            </a:r>
            <a:r>
              <a:rPr lang="en-US" sz="1800" dirty="0">
                <a:solidFill>
                  <a:srgbClr val="DE2223"/>
                </a:solidFill>
                <a:latin typeface="Aileron Bold"/>
              </a:rPr>
              <a:t>)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p>
          <a:p>
            <a:pPr marL="388620" lvl="1" indent="-194310" algn="l">
              <a:lnSpc>
                <a:spcPts val="2520"/>
              </a:lnSpc>
              <a:buFont typeface="Arial"/>
              <a:buChar char="•"/>
            </a:pPr>
            <a:r>
              <a:rPr lang="en-US" sz="1800" dirty="0" err="1">
                <a:solidFill>
                  <a:srgbClr val="DE2223"/>
                </a:solidFill>
                <a:latin typeface="Aileron Bold"/>
              </a:rPr>
              <a:t>Ürün</a:t>
            </a:r>
            <a:r>
              <a:rPr lang="en-US" sz="1800" dirty="0">
                <a:solidFill>
                  <a:srgbClr val="DE2223"/>
                </a:solidFill>
                <a:latin typeface="Aileron Bold"/>
              </a:rPr>
              <a:t>/</a:t>
            </a:r>
            <a:r>
              <a:rPr lang="en-US" sz="1800" dirty="0" err="1">
                <a:solidFill>
                  <a:srgbClr val="DE2223"/>
                </a:solidFill>
                <a:latin typeface="Aileron Bold"/>
              </a:rPr>
              <a:t>proje</a:t>
            </a:r>
            <a:r>
              <a:rPr lang="en-US" sz="1800" dirty="0">
                <a:solidFill>
                  <a:srgbClr val="DE2223"/>
                </a:solidFill>
                <a:latin typeface="Aileron Bold"/>
              </a:rPr>
              <a:t> </a:t>
            </a:r>
            <a:r>
              <a:rPr lang="en-US" sz="1800" dirty="0" err="1">
                <a:solidFill>
                  <a:srgbClr val="DE2223"/>
                </a:solidFill>
                <a:latin typeface="Aileron Bold"/>
              </a:rPr>
              <a:t>hakkında</a:t>
            </a:r>
            <a:r>
              <a:rPr lang="en-US" sz="1800" dirty="0">
                <a:solidFill>
                  <a:srgbClr val="DE2223"/>
                </a:solidFill>
                <a:latin typeface="Aileron Bold"/>
              </a:rPr>
              <a:t> </a:t>
            </a:r>
            <a:r>
              <a:rPr lang="en-US" sz="1800" dirty="0" err="1">
                <a:solidFill>
                  <a:srgbClr val="DE2223"/>
                </a:solidFill>
                <a:latin typeface="Aileron Bold"/>
              </a:rPr>
              <a:t>detaylı</a:t>
            </a:r>
            <a:r>
              <a:rPr lang="en-US" sz="1800" dirty="0">
                <a:solidFill>
                  <a:srgbClr val="DE2223"/>
                </a:solidFill>
                <a:latin typeface="Aileron Bold"/>
              </a:rPr>
              <a:t> </a:t>
            </a:r>
            <a:r>
              <a:rPr lang="en-US" sz="1800" dirty="0" err="1">
                <a:solidFill>
                  <a:srgbClr val="DE2223"/>
                </a:solidFill>
                <a:latin typeface="Aileron Bold"/>
              </a:rPr>
              <a:t>bilgi</a:t>
            </a:r>
            <a:r>
              <a:rPr lang="en-US" sz="1800" dirty="0">
                <a:solidFill>
                  <a:srgbClr val="DE2223"/>
                </a:solidFill>
                <a:latin typeface="Aileron Bold"/>
              </a:rPr>
              <a:t> </a:t>
            </a:r>
            <a:r>
              <a:rPr lang="en-US" sz="1800" dirty="0" err="1">
                <a:solidFill>
                  <a:srgbClr val="DE2223"/>
                </a:solidFill>
                <a:latin typeface="Aileron Bold"/>
              </a:rPr>
              <a:t>içermelidir</a:t>
            </a:r>
            <a:r>
              <a:rPr lang="en-US" sz="1800" dirty="0">
                <a:solidFill>
                  <a:srgbClr val="DE2223"/>
                </a:solidFill>
                <a:latin typeface="Aileron Bold"/>
              </a:rPr>
              <a:t>.</a:t>
            </a:r>
            <a:endParaRPr lang="tr-TR" sz="1800" dirty="0">
              <a:solidFill>
                <a:srgbClr val="DE2223"/>
              </a:solidFill>
              <a:latin typeface="Aileron Bold"/>
            </a:endParaRPr>
          </a:p>
          <a:p>
            <a:pPr marL="388620" lvl="1" indent="-194310" algn="l">
              <a:lnSpc>
                <a:spcPts val="2520"/>
              </a:lnSpc>
              <a:buFont typeface="Arial"/>
              <a:buChar char="•"/>
            </a:pPr>
            <a:r>
              <a:rPr lang="en-US" sz="1800" dirty="0" err="1">
                <a:solidFill>
                  <a:srgbClr val="DE2223"/>
                </a:solidFill>
                <a:latin typeface="Aileron Bold"/>
              </a:rPr>
              <a:t>Ürün</a:t>
            </a:r>
            <a:r>
              <a:rPr lang="en-US" sz="1800" dirty="0">
                <a:solidFill>
                  <a:srgbClr val="DE2223"/>
                </a:solidFill>
                <a:latin typeface="Aileron Bold"/>
              </a:rPr>
              <a:t> </a:t>
            </a:r>
            <a:r>
              <a:rPr lang="en-US" sz="1800" dirty="0" err="1">
                <a:solidFill>
                  <a:srgbClr val="DE2223"/>
                </a:solidFill>
                <a:latin typeface="Aileron Bold"/>
              </a:rPr>
              <a:t>ticarileşme</a:t>
            </a:r>
            <a:r>
              <a:rPr lang="en-US" sz="1800" dirty="0">
                <a:solidFill>
                  <a:srgbClr val="DE2223"/>
                </a:solidFill>
                <a:latin typeface="Aileron Bold"/>
              </a:rPr>
              <a:t> </a:t>
            </a:r>
            <a:r>
              <a:rPr lang="en-US" sz="1800" dirty="0" err="1">
                <a:solidFill>
                  <a:srgbClr val="DE2223"/>
                </a:solidFill>
                <a:latin typeface="Aileron Bold"/>
              </a:rPr>
              <a:t>potansiyeline</a:t>
            </a:r>
            <a:r>
              <a:rPr lang="en-US" sz="1800" dirty="0">
                <a:solidFill>
                  <a:srgbClr val="DE2223"/>
                </a:solidFill>
                <a:latin typeface="Aileron Bold"/>
              </a:rPr>
              <a:t>, </a:t>
            </a:r>
            <a:r>
              <a:rPr lang="en-US" sz="1800" dirty="0" err="1">
                <a:solidFill>
                  <a:srgbClr val="DE2223"/>
                </a:solidFill>
                <a:latin typeface="Aileron Bold"/>
              </a:rPr>
              <a:t>ileri</a:t>
            </a:r>
            <a:r>
              <a:rPr lang="en-US" sz="1800" dirty="0">
                <a:solidFill>
                  <a:srgbClr val="DE2223"/>
                </a:solidFill>
                <a:latin typeface="Aileron Bold"/>
              </a:rPr>
              <a:t> </a:t>
            </a:r>
            <a:r>
              <a:rPr lang="en-US" sz="1800" dirty="0" err="1">
                <a:solidFill>
                  <a:srgbClr val="DE2223"/>
                </a:solidFill>
                <a:latin typeface="Aileron Bold"/>
              </a:rPr>
              <a:t>teknoloji</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katma</a:t>
            </a:r>
            <a:r>
              <a:rPr lang="en-US" sz="1800" dirty="0">
                <a:solidFill>
                  <a:srgbClr val="DE2223"/>
                </a:solidFill>
                <a:latin typeface="Aileron Bold"/>
              </a:rPr>
              <a:t> </a:t>
            </a:r>
            <a:r>
              <a:rPr lang="en-US" sz="1800" dirty="0" err="1">
                <a:solidFill>
                  <a:srgbClr val="DE2223"/>
                </a:solidFill>
                <a:latin typeface="Aileron Bold"/>
              </a:rPr>
              <a:t>değerine</a:t>
            </a:r>
            <a:r>
              <a:rPr lang="en-US" sz="1800" dirty="0">
                <a:solidFill>
                  <a:srgbClr val="DE2223"/>
                </a:solidFill>
                <a:latin typeface="Aileron Bold"/>
              </a:rPr>
              <a:t> </a:t>
            </a:r>
            <a:r>
              <a:rPr lang="en-US" sz="1800" dirty="0" err="1">
                <a:solidFill>
                  <a:srgbClr val="DE2223"/>
                </a:solidFill>
                <a:latin typeface="Aileron Bold"/>
              </a:rPr>
              <a:t>yer</a:t>
            </a:r>
            <a:r>
              <a:rPr lang="en-US" sz="1800" dirty="0">
                <a:solidFill>
                  <a:srgbClr val="DE2223"/>
                </a:solidFill>
                <a:latin typeface="Aileron Bold"/>
              </a:rPr>
              <a:t> </a:t>
            </a:r>
            <a:r>
              <a:rPr lang="en-US" sz="1800" dirty="0" err="1">
                <a:solidFill>
                  <a:srgbClr val="DE2223"/>
                </a:solidFill>
                <a:latin typeface="Aileron Bold"/>
              </a:rPr>
              <a:t>verilmelidir</a:t>
            </a:r>
            <a:r>
              <a:rPr lang="en-US" sz="1800" dirty="0">
                <a:solidFill>
                  <a:srgbClr val="DE2223"/>
                </a:solidFill>
                <a:latin typeface="Aileron Bold"/>
              </a:rPr>
              <a:t>. </a:t>
            </a:r>
            <a:r>
              <a:rPr lang="en-US" sz="1800" dirty="0" err="1">
                <a:solidFill>
                  <a:srgbClr val="DE2223"/>
                </a:solidFill>
                <a:latin typeface="Aileron Bold"/>
              </a:rPr>
              <a:t>Projede</a:t>
            </a:r>
            <a:r>
              <a:rPr lang="en-US" sz="1800" dirty="0">
                <a:solidFill>
                  <a:srgbClr val="DE2223"/>
                </a:solidFill>
                <a:latin typeface="Aileron Bold"/>
              </a:rPr>
              <a:t> </a:t>
            </a:r>
            <a:r>
              <a:rPr lang="en-US" sz="1800" dirty="0" err="1">
                <a:solidFill>
                  <a:srgbClr val="DE2223"/>
                </a:solidFill>
                <a:latin typeface="Aileron Bold"/>
              </a:rPr>
              <a:t>elde</a:t>
            </a:r>
            <a:r>
              <a:rPr lang="en-US" sz="1800" dirty="0">
                <a:solidFill>
                  <a:srgbClr val="DE2223"/>
                </a:solidFill>
                <a:latin typeface="Aileron Bold"/>
              </a:rPr>
              <a:t> </a:t>
            </a:r>
            <a:r>
              <a:rPr lang="en-US" sz="1800" dirty="0" err="1">
                <a:solidFill>
                  <a:srgbClr val="DE2223"/>
                </a:solidFill>
                <a:latin typeface="Aileron Bold"/>
              </a:rPr>
              <a:t>edilen</a:t>
            </a:r>
            <a:r>
              <a:rPr lang="en-US" sz="1800" dirty="0">
                <a:solidFill>
                  <a:srgbClr val="DE2223"/>
                </a:solidFill>
                <a:latin typeface="Aileron Bold"/>
              </a:rPr>
              <a:t> </a:t>
            </a:r>
            <a:r>
              <a:rPr lang="en-US" sz="1800" dirty="0" err="1">
                <a:solidFill>
                  <a:srgbClr val="DE2223"/>
                </a:solidFill>
                <a:latin typeface="Aileron Bold"/>
              </a:rPr>
              <a:t>çözüm</a:t>
            </a:r>
            <a:r>
              <a:rPr lang="en-US" sz="1800" dirty="0">
                <a:solidFill>
                  <a:srgbClr val="DE2223"/>
                </a:solidFill>
                <a:latin typeface="Aileron Bold"/>
              </a:rPr>
              <a:t> </a:t>
            </a:r>
            <a:r>
              <a:rPr lang="en-US" sz="1800" dirty="0" err="1">
                <a:solidFill>
                  <a:srgbClr val="DE2223"/>
                </a:solidFill>
                <a:latin typeface="Aileron Bold"/>
              </a:rPr>
              <a:t>mevcut</a:t>
            </a:r>
            <a:r>
              <a:rPr lang="en-US" sz="1800" dirty="0">
                <a:solidFill>
                  <a:srgbClr val="DE2223"/>
                </a:solidFill>
                <a:latin typeface="Aileron Bold"/>
              </a:rPr>
              <a:t> </a:t>
            </a:r>
            <a:r>
              <a:rPr lang="en-US" sz="1800" dirty="0" err="1">
                <a:solidFill>
                  <a:srgbClr val="DE2223"/>
                </a:solidFill>
                <a:latin typeface="Aileron Bold"/>
              </a:rPr>
              <a:t>şartlarda</a:t>
            </a:r>
            <a:r>
              <a:rPr lang="en-US" sz="1800" dirty="0">
                <a:solidFill>
                  <a:srgbClr val="DE2223"/>
                </a:solidFill>
                <a:latin typeface="Aileron Bold"/>
              </a:rPr>
              <a:t> </a:t>
            </a:r>
            <a:r>
              <a:rPr lang="en-US" sz="1800" dirty="0" err="1">
                <a:solidFill>
                  <a:srgbClr val="DE2223"/>
                </a:solidFill>
                <a:latin typeface="Aileron Bold"/>
              </a:rPr>
              <a:t>uygulanabiliyor</a:t>
            </a:r>
            <a:r>
              <a:rPr lang="en-US" sz="1800" dirty="0">
                <a:solidFill>
                  <a:srgbClr val="DE2223"/>
                </a:solidFill>
                <a:latin typeface="Aileron Bold"/>
              </a:rPr>
              <a:t> </a:t>
            </a:r>
            <a:r>
              <a:rPr lang="en-US" sz="1800" dirty="0" err="1">
                <a:solidFill>
                  <a:srgbClr val="DE2223"/>
                </a:solidFill>
                <a:latin typeface="Aileron Bold"/>
              </a:rPr>
              <a:t>olmalı</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üretilebilmelidir</a:t>
            </a:r>
            <a:r>
              <a:rPr lang="en-US" sz="1800" dirty="0">
                <a:solidFill>
                  <a:srgbClr val="DE2223"/>
                </a:solidFill>
                <a:latin typeface="Aileron Bold"/>
              </a:rPr>
              <a:t>. </a:t>
            </a:r>
            <a:r>
              <a:rPr lang="en-US" sz="1800" dirty="0" err="1">
                <a:solidFill>
                  <a:srgbClr val="DE2223"/>
                </a:solidFill>
                <a:latin typeface="Aileron Bold"/>
              </a:rPr>
              <a:t>Projenin</a:t>
            </a:r>
            <a:r>
              <a:rPr lang="en-US" sz="1800" dirty="0">
                <a:solidFill>
                  <a:srgbClr val="DE2223"/>
                </a:solidFill>
                <a:latin typeface="Aileron Bold"/>
              </a:rPr>
              <a:t> yeni </a:t>
            </a:r>
            <a:r>
              <a:rPr lang="en-US" sz="1800" dirty="0" err="1">
                <a:solidFill>
                  <a:srgbClr val="DE2223"/>
                </a:solidFill>
                <a:latin typeface="Aileron Bold"/>
              </a:rPr>
              <a:t>projeler</a:t>
            </a:r>
            <a:r>
              <a:rPr lang="en-US" sz="1800" dirty="0">
                <a:solidFill>
                  <a:srgbClr val="DE2223"/>
                </a:solidFill>
                <a:latin typeface="Aileron Bold"/>
              </a:rPr>
              <a:t>, </a:t>
            </a:r>
            <a:r>
              <a:rPr lang="en-US" sz="1800" dirty="0" err="1">
                <a:solidFill>
                  <a:srgbClr val="DE2223"/>
                </a:solidFill>
                <a:latin typeface="Aileron Bold"/>
              </a:rPr>
              <a:t>iş</a:t>
            </a:r>
            <a:r>
              <a:rPr lang="en-US" sz="1800" dirty="0">
                <a:solidFill>
                  <a:srgbClr val="DE2223"/>
                </a:solidFill>
                <a:latin typeface="Aileron Bold"/>
              </a:rPr>
              <a:t> </a:t>
            </a:r>
            <a:r>
              <a:rPr lang="en-US" sz="1800" dirty="0" err="1">
                <a:solidFill>
                  <a:srgbClr val="DE2223"/>
                </a:solidFill>
                <a:latin typeface="Aileron Bold"/>
              </a:rPr>
              <a:t>ortaklıkları</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iş</a:t>
            </a:r>
            <a:r>
              <a:rPr lang="en-US" sz="1800" dirty="0">
                <a:solidFill>
                  <a:srgbClr val="DE2223"/>
                </a:solidFill>
                <a:latin typeface="Aileron Bold"/>
              </a:rPr>
              <a:t> </a:t>
            </a:r>
            <a:r>
              <a:rPr lang="en-US" sz="1800" dirty="0" err="1">
                <a:solidFill>
                  <a:srgbClr val="DE2223"/>
                </a:solidFill>
                <a:latin typeface="Aileron Bold"/>
              </a:rPr>
              <a:t>birlikleri</a:t>
            </a:r>
            <a:r>
              <a:rPr lang="en-US" sz="1800" dirty="0">
                <a:solidFill>
                  <a:srgbClr val="DE2223"/>
                </a:solidFill>
                <a:latin typeface="Aileron Bold"/>
              </a:rPr>
              <a:t> </a:t>
            </a:r>
            <a:r>
              <a:rPr lang="en-US" sz="1800" dirty="0" err="1">
                <a:solidFill>
                  <a:srgbClr val="DE2223"/>
                </a:solidFill>
                <a:latin typeface="Aileron Bold"/>
              </a:rPr>
              <a:t>oluşturma</a:t>
            </a:r>
            <a:r>
              <a:rPr lang="en-US" sz="1800" dirty="0">
                <a:solidFill>
                  <a:srgbClr val="DE2223"/>
                </a:solidFill>
                <a:latin typeface="Aileron Bold"/>
              </a:rPr>
              <a:t> </a:t>
            </a:r>
            <a:r>
              <a:rPr lang="en-US" sz="1800" dirty="0" err="1">
                <a:solidFill>
                  <a:srgbClr val="DE2223"/>
                </a:solidFill>
                <a:latin typeface="Aileron Bold"/>
              </a:rPr>
              <a:t>potansiyeline</a:t>
            </a:r>
            <a:r>
              <a:rPr lang="en-US" sz="1800" dirty="0">
                <a:solidFill>
                  <a:srgbClr val="DE2223"/>
                </a:solidFill>
                <a:latin typeface="Aileron Bold"/>
              </a:rPr>
              <a:t> </a:t>
            </a:r>
            <a:r>
              <a:rPr lang="en-US" sz="1800" dirty="0" err="1">
                <a:solidFill>
                  <a:srgbClr val="DE2223"/>
                </a:solidFill>
                <a:latin typeface="Aileron Bold"/>
              </a:rPr>
              <a:t>sahip</a:t>
            </a:r>
            <a:r>
              <a:rPr lang="en-US" sz="1800" dirty="0">
                <a:solidFill>
                  <a:srgbClr val="DE2223"/>
                </a:solidFill>
                <a:latin typeface="Aileron Bold"/>
              </a:rPr>
              <a:t> </a:t>
            </a:r>
            <a:r>
              <a:rPr lang="en-US" sz="1800" dirty="0" err="1">
                <a:solidFill>
                  <a:srgbClr val="DE2223"/>
                </a:solidFill>
                <a:latin typeface="Aileron Bold"/>
              </a:rPr>
              <a:t>olduğu</a:t>
            </a:r>
            <a:r>
              <a:rPr lang="en-US" sz="1800" dirty="0">
                <a:solidFill>
                  <a:srgbClr val="DE2223"/>
                </a:solidFill>
                <a:latin typeface="Aileron Bold"/>
              </a:rPr>
              <a:t> </a:t>
            </a:r>
            <a:r>
              <a:rPr lang="en-US" sz="1800" dirty="0" err="1">
                <a:solidFill>
                  <a:srgbClr val="DE2223"/>
                </a:solidFill>
                <a:latin typeface="Aileron Bold"/>
              </a:rPr>
              <a:t>gösterilmelidir</a:t>
            </a:r>
            <a:r>
              <a:rPr lang="en-US" sz="1800" dirty="0">
                <a:solidFill>
                  <a:srgbClr val="DE2223"/>
                </a:solidFill>
                <a:latin typeface="Aileron Bold"/>
              </a:rPr>
              <a:t>. </a:t>
            </a:r>
            <a:endParaRPr lang="tr-TR" sz="1800" dirty="0">
              <a:solidFill>
                <a:srgbClr val="DE2223"/>
              </a:solidFill>
              <a:latin typeface="Aileron Bold"/>
            </a:endParaRPr>
          </a:p>
          <a:p>
            <a:pPr marL="388620" lvl="1" indent="-194310" algn="l">
              <a:lnSpc>
                <a:spcPts val="2520"/>
              </a:lnSpc>
              <a:buFont typeface="Arial"/>
              <a:buChar char="•"/>
            </a:pPr>
            <a:r>
              <a:rPr lang="tr-TR" sz="1800" dirty="0">
                <a:solidFill>
                  <a:srgbClr val="DE2223"/>
                </a:solidFill>
                <a:latin typeface="Aileron Bold"/>
              </a:rPr>
              <a:t>S</a:t>
            </a:r>
            <a:r>
              <a:rPr lang="en-US" sz="1800" dirty="0" err="1">
                <a:solidFill>
                  <a:srgbClr val="DE2223"/>
                </a:solidFill>
                <a:latin typeface="Aileron Bold"/>
              </a:rPr>
              <a:t>ürdürülebilirlik</a:t>
            </a:r>
            <a:r>
              <a:rPr lang="en-US" sz="1800" dirty="0">
                <a:solidFill>
                  <a:srgbClr val="DE2223"/>
                </a:solidFill>
                <a:latin typeface="Aileron Bold"/>
              </a:rPr>
              <a:t> </a:t>
            </a:r>
            <a:r>
              <a:rPr lang="en-US" sz="1800" dirty="0" err="1">
                <a:solidFill>
                  <a:srgbClr val="DE2223"/>
                </a:solidFill>
                <a:latin typeface="Aileron Bold"/>
              </a:rPr>
              <a:t>başlığı</a:t>
            </a:r>
            <a:r>
              <a:rPr lang="en-US" sz="1800" dirty="0">
                <a:solidFill>
                  <a:srgbClr val="DE2223"/>
                </a:solidFill>
                <a:latin typeface="Aileron Bold"/>
              </a:rPr>
              <a:t> </a:t>
            </a:r>
            <a:r>
              <a:rPr lang="en-US" sz="1800" dirty="0" err="1">
                <a:solidFill>
                  <a:srgbClr val="DE2223"/>
                </a:solidFill>
                <a:latin typeface="Aileron Bold"/>
              </a:rPr>
              <a:t>için</a:t>
            </a:r>
            <a:r>
              <a:rPr lang="en-US" sz="1800" dirty="0">
                <a:solidFill>
                  <a:srgbClr val="DE2223"/>
                </a:solidFill>
                <a:latin typeface="Aileron Bold"/>
              </a:rPr>
              <a:t> </a:t>
            </a:r>
            <a:r>
              <a:rPr lang="en-US" sz="1800" dirty="0" err="1">
                <a:solidFill>
                  <a:srgbClr val="DE2223"/>
                </a:solidFill>
                <a:latin typeface="Aileron Bold"/>
              </a:rPr>
              <a:t>ise</a:t>
            </a:r>
            <a:r>
              <a:rPr lang="en-US" sz="1800" dirty="0">
                <a:solidFill>
                  <a:srgbClr val="DE2223"/>
                </a:solidFill>
                <a:latin typeface="Aileron Bold"/>
              </a:rPr>
              <a:t> </a:t>
            </a:r>
            <a:r>
              <a:rPr lang="en-US" sz="1800" dirty="0" err="1">
                <a:solidFill>
                  <a:srgbClr val="DE2223"/>
                </a:solidFill>
                <a:latin typeface="Aileron Bold"/>
              </a:rPr>
              <a:t>projenin</a:t>
            </a:r>
            <a:r>
              <a:rPr lang="en-US" sz="1800" dirty="0">
                <a:solidFill>
                  <a:srgbClr val="DE2223"/>
                </a:solidFill>
                <a:latin typeface="Aileron Bold"/>
              </a:rPr>
              <a:t> </a:t>
            </a:r>
            <a:r>
              <a:rPr lang="en-US" sz="1800" dirty="0" err="1">
                <a:solidFill>
                  <a:srgbClr val="DE2223"/>
                </a:solidFill>
                <a:latin typeface="Aileron Bold"/>
              </a:rPr>
              <a:t>başarıyla</a:t>
            </a:r>
            <a:r>
              <a:rPr lang="en-US" sz="1800" dirty="0">
                <a:solidFill>
                  <a:srgbClr val="DE2223"/>
                </a:solidFill>
                <a:latin typeface="Aileron Bold"/>
              </a:rPr>
              <a:t> </a:t>
            </a:r>
            <a:r>
              <a:rPr lang="en-US" sz="1800" dirty="0" err="1">
                <a:solidFill>
                  <a:srgbClr val="DE2223"/>
                </a:solidFill>
                <a:latin typeface="Aileron Bold"/>
              </a:rPr>
              <a:t>tamamlanmasının</a:t>
            </a:r>
            <a:r>
              <a:rPr lang="en-US" sz="1800" dirty="0">
                <a:solidFill>
                  <a:srgbClr val="DE2223"/>
                </a:solidFill>
                <a:latin typeface="Aileron Bold"/>
              </a:rPr>
              <a:t> </a:t>
            </a:r>
            <a:r>
              <a:rPr lang="en-US" sz="1800" dirty="0" err="1">
                <a:solidFill>
                  <a:srgbClr val="DE2223"/>
                </a:solidFill>
                <a:latin typeface="Aileron Bold"/>
              </a:rPr>
              <a:t>ardından</a:t>
            </a:r>
            <a:r>
              <a:rPr lang="en-US" sz="1800" dirty="0">
                <a:solidFill>
                  <a:srgbClr val="DE2223"/>
                </a:solidFill>
                <a:latin typeface="Aileron Bold"/>
              </a:rPr>
              <a:t> </a:t>
            </a:r>
            <a:r>
              <a:rPr lang="en-US" sz="1800" dirty="0" err="1">
                <a:solidFill>
                  <a:srgbClr val="DE2223"/>
                </a:solidFill>
                <a:latin typeface="Aileron Bold"/>
              </a:rPr>
              <a:t>uzun</a:t>
            </a:r>
            <a:r>
              <a:rPr lang="en-US" sz="1800" dirty="0">
                <a:solidFill>
                  <a:srgbClr val="DE2223"/>
                </a:solidFill>
                <a:latin typeface="Aileron Bold"/>
              </a:rPr>
              <a:t> </a:t>
            </a:r>
            <a:r>
              <a:rPr lang="en-US" sz="1800" dirty="0" err="1">
                <a:solidFill>
                  <a:srgbClr val="DE2223"/>
                </a:solidFill>
                <a:latin typeface="Aileron Bold"/>
              </a:rPr>
              <a:t>vadede</a:t>
            </a:r>
            <a:r>
              <a:rPr lang="en-US" sz="1800" dirty="0">
                <a:solidFill>
                  <a:srgbClr val="DE2223"/>
                </a:solidFill>
                <a:latin typeface="Aileron Bold"/>
              </a:rPr>
              <a:t> </a:t>
            </a:r>
            <a:r>
              <a:rPr lang="en-US" sz="1800" dirty="0" err="1">
                <a:solidFill>
                  <a:srgbClr val="DE2223"/>
                </a:solidFill>
                <a:latin typeface="Aileron Bold"/>
              </a:rPr>
              <a:t>devamlılığının</a:t>
            </a:r>
            <a:r>
              <a:rPr lang="en-US" sz="1800" dirty="0">
                <a:solidFill>
                  <a:srgbClr val="DE2223"/>
                </a:solidFill>
                <a:latin typeface="Aileron Bold"/>
              </a:rPr>
              <a:t> </a:t>
            </a:r>
            <a:r>
              <a:rPr lang="en-US" sz="1800" dirty="0" err="1">
                <a:solidFill>
                  <a:srgbClr val="DE2223"/>
                </a:solidFill>
                <a:latin typeface="Aileron Bold"/>
              </a:rPr>
              <a:t>nasıl</a:t>
            </a:r>
            <a:r>
              <a:rPr lang="en-US" sz="1800" dirty="0">
                <a:solidFill>
                  <a:srgbClr val="DE2223"/>
                </a:solidFill>
                <a:latin typeface="Aileron Bold"/>
              </a:rPr>
              <a:t> </a:t>
            </a:r>
            <a:r>
              <a:rPr lang="en-US" sz="1800" dirty="0" err="1">
                <a:solidFill>
                  <a:srgbClr val="DE2223"/>
                </a:solidFill>
                <a:latin typeface="Aileron Bold"/>
              </a:rPr>
              <a:t>sağlanacağına</a:t>
            </a:r>
            <a:r>
              <a:rPr lang="en-US" sz="1800" dirty="0">
                <a:solidFill>
                  <a:srgbClr val="DE2223"/>
                </a:solidFill>
                <a:latin typeface="Aileron Bold"/>
              </a:rPr>
              <a:t> </a:t>
            </a:r>
            <a:r>
              <a:rPr lang="en-US" sz="1800" dirty="0" err="1">
                <a:solidFill>
                  <a:srgbClr val="DE2223"/>
                </a:solidFill>
                <a:latin typeface="Aileron Bold"/>
              </a:rPr>
              <a:t>açıklanmalıdır</a:t>
            </a:r>
            <a:r>
              <a:rPr lang="en-US" sz="1800" dirty="0">
                <a:solidFill>
                  <a:srgbClr val="DE2223"/>
                </a:solidFill>
                <a:latin typeface="Aileron Bold"/>
              </a:rPr>
              <a:t>. </a:t>
            </a:r>
            <a:endParaRPr lang="tr-TR" sz="1800" dirty="0">
              <a:solidFill>
                <a:srgbClr val="DE2223"/>
              </a:solidFill>
              <a:latin typeface="Aileron Bold"/>
            </a:endParaRPr>
          </a:p>
          <a:p>
            <a:pPr marL="194310" lvl="1" algn="l">
              <a:lnSpc>
                <a:spcPts val="2520"/>
              </a:lnSpc>
            </a:pPr>
            <a:endParaRPr lang="en-US" sz="1800" dirty="0">
              <a:solidFill>
                <a:srgbClr val="DE2223"/>
              </a:solidFill>
              <a:latin typeface="Aileron Bold"/>
            </a:endParaRPr>
          </a:p>
          <a:p>
            <a:pPr marL="194310" lvl="1">
              <a:lnSpc>
                <a:spcPts val="2520"/>
              </a:lnSpc>
            </a:pPr>
            <a:r>
              <a:rPr lang="tr-TR" dirty="0">
                <a:solidFill>
                  <a:srgbClr val="DE2223"/>
                </a:solidFill>
                <a:latin typeface="Aileron Bold"/>
              </a:rPr>
              <a:t>Sayfalarda görsellerden (tablolar, akış diyagramı , infografik vb.) yararlanabilirsiniz.</a:t>
            </a:r>
            <a:endParaRPr lang="en-US" sz="1800" dirty="0">
              <a:solidFill>
                <a:srgbClr val="DE2223"/>
              </a:solidFill>
              <a:latin typeface="Aileron Bold"/>
            </a:endParaRPr>
          </a:p>
          <a:p>
            <a:pPr marL="194310" lvl="1" algn="l">
              <a:lnSpc>
                <a:spcPts val="2520"/>
              </a:lnSpc>
            </a:pPr>
            <a:endParaRPr lang="tr-TR" sz="1800" strike="sngStrike" dirty="0">
              <a:latin typeface="Aileron Bold"/>
            </a:endParaRPr>
          </a:p>
          <a:p>
            <a:pPr marL="388620" lvl="1" indent="-194310" algn="l">
              <a:lnSpc>
                <a:spcPts val="2520"/>
              </a:lnSpc>
              <a:buFont typeface="Arial"/>
              <a:buChar char="•"/>
            </a:pPr>
            <a:endParaRPr lang="tr-TR" dirty="0">
              <a:solidFill>
                <a:srgbClr val="DE2223"/>
              </a:solidFill>
              <a:highlight>
                <a:srgbClr val="FFFF00"/>
              </a:highlight>
              <a:latin typeface="Aileron Bold"/>
            </a:endParaRPr>
          </a:p>
          <a:p>
            <a:pPr marL="194310" lvl="1" algn="l">
              <a:lnSpc>
                <a:spcPts val="2520"/>
              </a:lnSpc>
            </a:pPr>
            <a:endParaRPr lang="en-US" sz="1800" dirty="0">
              <a:solidFill>
                <a:srgbClr val="DE2223"/>
              </a:solidFill>
              <a:highlight>
                <a:srgbClr val="FFFF00"/>
              </a:highlight>
              <a:latin typeface="Aileron Bold"/>
            </a:endParaRPr>
          </a:p>
        </p:txBody>
      </p:sp>
      <p:sp>
        <p:nvSpPr>
          <p:cNvPr id="81" name="Freeform 96">
            <a:extLst>
              <a:ext uri="{FF2B5EF4-FFF2-40B4-BE49-F238E27FC236}">
                <a16:creationId xmlns:a16="http://schemas.microsoft.com/office/drawing/2014/main" id="{38E92D9B-C674-8E75-9E45-84EC5BAFB59D}"/>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2" name="AutoShape 20">
            <a:extLst>
              <a:ext uri="{FF2B5EF4-FFF2-40B4-BE49-F238E27FC236}">
                <a16:creationId xmlns:a16="http://schemas.microsoft.com/office/drawing/2014/main" id="{4CF2D756-E324-0054-1978-A1D97E39D24F}"/>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11" name="Freeform 97">
            <a:extLst>
              <a:ext uri="{FF2B5EF4-FFF2-40B4-BE49-F238E27FC236}">
                <a16:creationId xmlns:a16="http://schemas.microsoft.com/office/drawing/2014/main" id="{C1BD0371-98AF-00AD-34D9-DC227251135F}"/>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2" name="Freeform 96">
            <a:extLst>
              <a:ext uri="{FF2B5EF4-FFF2-40B4-BE49-F238E27FC236}">
                <a16:creationId xmlns:a16="http://schemas.microsoft.com/office/drawing/2014/main" id="{49DCC234-2A01-C72F-BEFE-882F065912B7}"/>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 name="Freeform 96">
            <a:extLst>
              <a:ext uri="{FF2B5EF4-FFF2-40B4-BE49-F238E27FC236}">
                <a16:creationId xmlns:a16="http://schemas.microsoft.com/office/drawing/2014/main" id="{E06DB829-E49E-BE9E-03B9-F575B460ECBC}"/>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8" name="TextBox 34">
            <a:extLst>
              <a:ext uri="{FF2B5EF4-FFF2-40B4-BE49-F238E27FC236}">
                <a16:creationId xmlns:a16="http://schemas.microsoft.com/office/drawing/2014/main" id="{7EEBFD08-C2E4-426F-FD1B-9BB41825D660}"/>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19" name="TextBox 35">
            <a:extLst>
              <a:ext uri="{FF2B5EF4-FFF2-40B4-BE49-F238E27FC236}">
                <a16:creationId xmlns:a16="http://schemas.microsoft.com/office/drawing/2014/main" id="{3EC9B03C-E675-D208-13D8-EEE6B59D2B9F}"/>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0" name="TextBox 36">
            <a:extLst>
              <a:ext uri="{FF2B5EF4-FFF2-40B4-BE49-F238E27FC236}">
                <a16:creationId xmlns:a16="http://schemas.microsoft.com/office/drawing/2014/main" id="{DC819AD2-6E02-44D0-DDB5-D4D832D0367F}"/>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1" name="TextBox 37">
            <a:extLst>
              <a:ext uri="{FF2B5EF4-FFF2-40B4-BE49-F238E27FC236}">
                <a16:creationId xmlns:a16="http://schemas.microsoft.com/office/drawing/2014/main" id="{36383FF1-2C94-2A3E-2194-425DC483C98F}"/>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2" name="TextBox 38">
            <a:extLst>
              <a:ext uri="{FF2B5EF4-FFF2-40B4-BE49-F238E27FC236}">
                <a16:creationId xmlns:a16="http://schemas.microsoft.com/office/drawing/2014/main" id="{F0567B33-B9EC-E7E6-04D6-72D17F13307A}"/>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3" name="TextBox 39">
            <a:extLst>
              <a:ext uri="{FF2B5EF4-FFF2-40B4-BE49-F238E27FC236}">
                <a16:creationId xmlns:a16="http://schemas.microsoft.com/office/drawing/2014/main" id="{25A1E4B4-C968-45AA-E6F4-5C805E304525}"/>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4" name="Freeform 45">
            <a:extLst>
              <a:ext uri="{FF2B5EF4-FFF2-40B4-BE49-F238E27FC236}">
                <a16:creationId xmlns:a16="http://schemas.microsoft.com/office/drawing/2014/main" id="{2D3F99F0-15E2-45E2-47E8-C93C9D55D4CF}"/>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5" name="Freeform 47">
            <a:extLst>
              <a:ext uri="{FF2B5EF4-FFF2-40B4-BE49-F238E27FC236}">
                <a16:creationId xmlns:a16="http://schemas.microsoft.com/office/drawing/2014/main" id="{29E783BA-A4FC-7AA9-0332-ADA47715D59F}"/>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6" name="Freeform 22">
            <a:extLst>
              <a:ext uri="{FF2B5EF4-FFF2-40B4-BE49-F238E27FC236}">
                <a16:creationId xmlns:a16="http://schemas.microsoft.com/office/drawing/2014/main" id="{F5F14D06-4671-D746-B8BC-3D3E0D66FC46}"/>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7" name="Freeform 44">
            <a:extLst>
              <a:ext uri="{FF2B5EF4-FFF2-40B4-BE49-F238E27FC236}">
                <a16:creationId xmlns:a16="http://schemas.microsoft.com/office/drawing/2014/main" id="{3F7C9B2E-0F82-DDD8-BB8C-7A70B2DB71E2}"/>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8" name="TextBox 38">
            <a:extLst>
              <a:ext uri="{FF2B5EF4-FFF2-40B4-BE49-F238E27FC236}">
                <a16:creationId xmlns:a16="http://schemas.microsoft.com/office/drawing/2014/main" id="{D0A38EC3-A04D-E427-72B6-E31C00536C3B}"/>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29" name="Freeform 44">
            <a:extLst>
              <a:ext uri="{FF2B5EF4-FFF2-40B4-BE49-F238E27FC236}">
                <a16:creationId xmlns:a16="http://schemas.microsoft.com/office/drawing/2014/main" id="{AA170C10-E77D-A48E-562A-BB407FA407DA}"/>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0" name="TextBox 39">
            <a:extLst>
              <a:ext uri="{FF2B5EF4-FFF2-40B4-BE49-F238E27FC236}">
                <a16:creationId xmlns:a16="http://schemas.microsoft.com/office/drawing/2014/main" id="{707EEA22-03EA-D603-F194-0935DBE059AF}"/>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1" name="AutoShape 20">
            <a:extLst>
              <a:ext uri="{FF2B5EF4-FFF2-40B4-BE49-F238E27FC236}">
                <a16:creationId xmlns:a16="http://schemas.microsoft.com/office/drawing/2014/main" id="{01218A94-2937-9016-CDCE-33E94B079871}"/>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2" name="Freeform 21">
            <a:extLst>
              <a:ext uri="{FF2B5EF4-FFF2-40B4-BE49-F238E27FC236}">
                <a16:creationId xmlns:a16="http://schemas.microsoft.com/office/drawing/2014/main" id="{91FE615B-F389-E533-E002-F1FC3A74CD1D}"/>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3" name="TextBox 40">
            <a:extLst>
              <a:ext uri="{FF2B5EF4-FFF2-40B4-BE49-F238E27FC236}">
                <a16:creationId xmlns:a16="http://schemas.microsoft.com/office/drawing/2014/main" id="{77D16BB2-FE00-A1EF-46BD-2882B75EF777}"/>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4" name="TextBox 42">
            <a:extLst>
              <a:ext uri="{FF2B5EF4-FFF2-40B4-BE49-F238E27FC236}">
                <a16:creationId xmlns:a16="http://schemas.microsoft.com/office/drawing/2014/main" id="{87A85777-F6EB-AEAC-CE62-902D8681178E}"/>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5" name="Freeform 21">
            <a:extLst>
              <a:ext uri="{FF2B5EF4-FFF2-40B4-BE49-F238E27FC236}">
                <a16:creationId xmlns:a16="http://schemas.microsoft.com/office/drawing/2014/main" id="{5F8DFD3F-B1C8-FDDF-B559-65128920FD26}"/>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6" name="Freeform 22">
            <a:extLst>
              <a:ext uri="{FF2B5EF4-FFF2-40B4-BE49-F238E27FC236}">
                <a16:creationId xmlns:a16="http://schemas.microsoft.com/office/drawing/2014/main" id="{5D4C5489-7D3F-6811-52DD-625579701AC5}"/>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7" name="Freeform 21">
            <a:extLst>
              <a:ext uri="{FF2B5EF4-FFF2-40B4-BE49-F238E27FC236}">
                <a16:creationId xmlns:a16="http://schemas.microsoft.com/office/drawing/2014/main" id="{49CDDB08-6158-6B49-71C0-369CC9563C88}"/>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8" name="Freeform 22">
            <a:extLst>
              <a:ext uri="{FF2B5EF4-FFF2-40B4-BE49-F238E27FC236}">
                <a16:creationId xmlns:a16="http://schemas.microsoft.com/office/drawing/2014/main" id="{28C6E54D-8FEB-98C9-2647-E44461D1D3D9}"/>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9" name="Freeform 21">
            <a:extLst>
              <a:ext uri="{FF2B5EF4-FFF2-40B4-BE49-F238E27FC236}">
                <a16:creationId xmlns:a16="http://schemas.microsoft.com/office/drawing/2014/main" id="{A29D4AFC-3635-110D-D32F-0040942FBF8E}"/>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0" name="Freeform 22">
            <a:extLst>
              <a:ext uri="{FF2B5EF4-FFF2-40B4-BE49-F238E27FC236}">
                <a16:creationId xmlns:a16="http://schemas.microsoft.com/office/drawing/2014/main" id="{E03D0FCE-DFB9-C75A-C946-B0BBFEC4685C}"/>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1" name="Freeform 21">
            <a:extLst>
              <a:ext uri="{FF2B5EF4-FFF2-40B4-BE49-F238E27FC236}">
                <a16:creationId xmlns:a16="http://schemas.microsoft.com/office/drawing/2014/main" id="{F263E3FB-DDFF-855F-54D6-97C3B8C4D5EC}"/>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2" name="Freeform 22">
            <a:extLst>
              <a:ext uri="{FF2B5EF4-FFF2-40B4-BE49-F238E27FC236}">
                <a16:creationId xmlns:a16="http://schemas.microsoft.com/office/drawing/2014/main" id="{072A7E12-D4BF-914F-D6E7-88A7F7AEFF1C}"/>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3" name="Freeform 21">
            <a:extLst>
              <a:ext uri="{FF2B5EF4-FFF2-40B4-BE49-F238E27FC236}">
                <a16:creationId xmlns:a16="http://schemas.microsoft.com/office/drawing/2014/main" id="{5FC6C0C0-0FE7-DA72-50F7-EB1CC2773EB1}"/>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4" name="Freeform 22">
            <a:extLst>
              <a:ext uri="{FF2B5EF4-FFF2-40B4-BE49-F238E27FC236}">
                <a16:creationId xmlns:a16="http://schemas.microsoft.com/office/drawing/2014/main" id="{22A55068-FC29-FFF5-FC3B-B8574E55E3F9}"/>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5" name="Freeform 21">
            <a:extLst>
              <a:ext uri="{FF2B5EF4-FFF2-40B4-BE49-F238E27FC236}">
                <a16:creationId xmlns:a16="http://schemas.microsoft.com/office/drawing/2014/main" id="{76BE71C2-EFCD-2CB9-A77A-9FEBA8BDD738}"/>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6" name="Freeform 22">
            <a:extLst>
              <a:ext uri="{FF2B5EF4-FFF2-40B4-BE49-F238E27FC236}">
                <a16:creationId xmlns:a16="http://schemas.microsoft.com/office/drawing/2014/main" id="{17C6450B-DCE7-F810-CF3D-BD5D223E81EE}"/>
              </a:ext>
            </a:extLst>
          </p:cNvPr>
          <p:cNvSpPr/>
          <p:nvPr/>
        </p:nvSpPr>
        <p:spPr>
          <a:xfrm>
            <a:off x="17631659" y="4901358"/>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7" name="Freeform 21">
            <a:extLst>
              <a:ext uri="{FF2B5EF4-FFF2-40B4-BE49-F238E27FC236}">
                <a16:creationId xmlns:a16="http://schemas.microsoft.com/office/drawing/2014/main" id="{7383232B-8511-2020-C4E3-452A41D00BF9}"/>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8" name="Freeform 22">
            <a:extLst>
              <a:ext uri="{FF2B5EF4-FFF2-40B4-BE49-F238E27FC236}">
                <a16:creationId xmlns:a16="http://schemas.microsoft.com/office/drawing/2014/main" id="{FD29F321-7B07-BACF-4903-665C5D9711A4}"/>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9" name="Freeform 21">
            <a:extLst>
              <a:ext uri="{FF2B5EF4-FFF2-40B4-BE49-F238E27FC236}">
                <a16:creationId xmlns:a16="http://schemas.microsoft.com/office/drawing/2014/main" id="{3054C6CA-E86E-92D1-86CD-40167E9B971C}"/>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0" name="Freeform 22">
            <a:extLst>
              <a:ext uri="{FF2B5EF4-FFF2-40B4-BE49-F238E27FC236}">
                <a16:creationId xmlns:a16="http://schemas.microsoft.com/office/drawing/2014/main" id="{8A090064-52C2-7BDC-8A70-30EE20772686}"/>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1" name="Freeform 21">
            <a:extLst>
              <a:ext uri="{FF2B5EF4-FFF2-40B4-BE49-F238E27FC236}">
                <a16:creationId xmlns:a16="http://schemas.microsoft.com/office/drawing/2014/main" id="{CF0DF75C-69EC-B476-208D-2EAB7915C747}"/>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35BDDE03-933E-9B7A-7B63-4053BB7F4006}"/>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F472790C-B717-9B21-403D-EE13C3F86B6D}"/>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5" name="Freeform 22">
            <a:extLst>
              <a:ext uri="{FF2B5EF4-FFF2-40B4-BE49-F238E27FC236}">
                <a16:creationId xmlns:a16="http://schemas.microsoft.com/office/drawing/2014/main" id="{43314F9E-A5D0-49D2-6364-30A6D3C43EBE}"/>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6" name="TextBox 34">
            <a:extLst>
              <a:ext uri="{FF2B5EF4-FFF2-40B4-BE49-F238E27FC236}">
                <a16:creationId xmlns:a16="http://schemas.microsoft.com/office/drawing/2014/main" id="{86DBFB15-FE32-EDEA-0BC6-508E641E8821}"/>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57" name="Freeform 97">
            <a:extLst>
              <a:ext uri="{FF2B5EF4-FFF2-40B4-BE49-F238E27FC236}">
                <a16:creationId xmlns:a16="http://schemas.microsoft.com/office/drawing/2014/main" id="{2E80EB88-5B6E-1EEA-C9D1-C9A90DAFDD90}"/>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3" name="Freeform 97">
            <a:extLst>
              <a:ext uri="{FF2B5EF4-FFF2-40B4-BE49-F238E27FC236}">
                <a16:creationId xmlns:a16="http://schemas.microsoft.com/office/drawing/2014/main" id="{077C8F4A-1FBC-0A13-8C19-14F5BD418722}"/>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58" name="TextBox 114">
            <a:extLst>
              <a:ext uri="{FF2B5EF4-FFF2-40B4-BE49-F238E27FC236}">
                <a16:creationId xmlns:a16="http://schemas.microsoft.com/office/drawing/2014/main" id="{A8175405-DB2C-8DAE-9487-49D49E02AC9D}"/>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extLst>
      <p:ext uri="{BB962C8B-B14F-4D97-AF65-F5344CB8AC3E}">
        <p14:creationId xmlns:p14="http://schemas.microsoft.com/office/powerpoint/2010/main" val="1690937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35BBA-D6AD-C626-ECC6-270EFDB7D20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002D444-DAE8-BB1F-14FC-5294D8690834}"/>
              </a:ext>
            </a:extLst>
          </p:cNvPr>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a:extLst>
              <a:ext uri="{FF2B5EF4-FFF2-40B4-BE49-F238E27FC236}">
                <a16:creationId xmlns:a16="http://schemas.microsoft.com/office/drawing/2014/main" id="{BD831C22-8D99-22DB-3387-8C5D9E9BD25F}"/>
              </a:ext>
            </a:extLst>
          </p:cNvPr>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a:extLst>
              <a:ext uri="{FF2B5EF4-FFF2-40B4-BE49-F238E27FC236}">
                <a16:creationId xmlns:a16="http://schemas.microsoft.com/office/drawing/2014/main" id="{6DC6BA97-31FC-6B33-D020-9B7055CFD6FD}"/>
              </a:ext>
            </a:extLst>
          </p:cNvPr>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a:extLst>
              <a:ext uri="{FF2B5EF4-FFF2-40B4-BE49-F238E27FC236}">
                <a16:creationId xmlns:a16="http://schemas.microsoft.com/office/drawing/2014/main" id="{6E1C1385-B7B1-7E34-DE8E-A694F18B829B}"/>
              </a:ext>
            </a:extLst>
          </p:cNvPr>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a:extLst>
              <a:ext uri="{FF2B5EF4-FFF2-40B4-BE49-F238E27FC236}">
                <a16:creationId xmlns:a16="http://schemas.microsoft.com/office/drawing/2014/main" id="{2BAE7771-FF83-7760-52E0-027F6B5335AC}"/>
              </a:ext>
            </a:extLst>
          </p:cNvPr>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a:extLst>
              <a:ext uri="{FF2B5EF4-FFF2-40B4-BE49-F238E27FC236}">
                <a16:creationId xmlns:a16="http://schemas.microsoft.com/office/drawing/2014/main" id="{DEECE58C-454D-FFD5-0980-3EAB20AA34E8}"/>
              </a:ext>
            </a:extLst>
          </p:cNvPr>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a:extLst>
              <a:ext uri="{FF2B5EF4-FFF2-40B4-BE49-F238E27FC236}">
                <a16:creationId xmlns:a16="http://schemas.microsoft.com/office/drawing/2014/main" id="{137F3285-27F1-8A34-BA47-42DE37A7BB6C}"/>
              </a:ext>
            </a:extLst>
          </p:cNvPr>
          <p:cNvSpPr txBox="1">
            <a:spLocks/>
          </p:cNvSpPr>
          <p:nvPr/>
        </p:nvSpPr>
        <p:spPr>
          <a:xfrm>
            <a:off x="2914615" y="307816"/>
            <a:ext cx="12458770" cy="820738"/>
          </a:xfrm>
          <a:prstGeom prst="rect">
            <a:avLst/>
          </a:prstGeom>
        </p:spPr>
        <p:txBody>
          <a:bodyPr wrap="square" lIns="0" tIns="0" rIns="0" bIns="0" rtlCol="0" anchor="t">
            <a:spAutoFit/>
          </a:bodyPr>
          <a:lstStyle/>
          <a:p>
            <a:pPr algn="ctr">
              <a:lnSpc>
                <a:spcPts val="6399"/>
              </a:lnSpc>
              <a:spcBef>
                <a:spcPct val="0"/>
              </a:spcBef>
            </a:pPr>
            <a:r>
              <a:rPr lang="tr-TR" sz="6400" dirty="0">
                <a:solidFill>
                  <a:srgbClr val="1A426A"/>
                </a:solidFill>
                <a:latin typeface="Active Heart"/>
              </a:rPr>
              <a:t>ÖZGÜNLÜK VE YERLİLİK YÖNÜ </a:t>
            </a:r>
            <a:endParaRPr lang="en-US" sz="6400" dirty="0">
              <a:solidFill>
                <a:srgbClr val="1A426A"/>
              </a:solidFill>
              <a:latin typeface="Active Heart"/>
            </a:endParaRPr>
          </a:p>
        </p:txBody>
      </p:sp>
      <p:sp>
        <p:nvSpPr>
          <p:cNvPr id="10" name="TextBox 10">
            <a:extLst>
              <a:ext uri="{FF2B5EF4-FFF2-40B4-BE49-F238E27FC236}">
                <a16:creationId xmlns:a16="http://schemas.microsoft.com/office/drawing/2014/main" id="{B5847D41-5DAC-A3BF-991A-4E26C2015582}"/>
              </a:ext>
            </a:extLst>
          </p:cNvPr>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TextBox 11">
            <a:extLst>
              <a:ext uri="{FF2B5EF4-FFF2-40B4-BE49-F238E27FC236}">
                <a16:creationId xmlns:a16="http://schemas.microsoft.com/office/drawing/2014/main" id="{90210622-DBFD-8326-2154-6BDD8ACAB10D}"/>
              </a:ext>
            </a:extLst>
          </p:cNvPr>
          <p:cNvSpPr txBox="1">
            <a:spLocks noGrp="1" noRot="1" noMove="1" noResize="1" noEditPoints="1" noAdjustHandles="1" noChangeArrowheads="1" noChangeShapeType="1"/>
          </p:cNvSpPr>
          <p:nvPr/>
        </p:nvSpPr>
        <p:spPr>
          <a:xfrm>
            <a:off x="17911760" y="9607673"/>
            <a:ext cx="220742"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8</a:t>
            </a:r>
            <a:endParaRPr lang="en-US" sz="3399" dirty="0">
              <a:solidFill>
                <a:srgbClr val="1A426A"/>
              </a:solidFill>
              <a:latin typeface="Active Heart"/>
            </a:endParaRPr>
          </a:p>
        </p:txBody>
      </p:sp>
      <p:sp>
        <p:nvSpPr>
          <p:cNvPr id="12" name="Freeform 12">
            <a:extLst>
              <a:ext uri="{FF2B5EF4-FFF2-40B4-BE49-F238E27FC236}">
                <a16:creationId xmlns:a16="http://schemas.microsoft.com/office/drawing/2014/main" id="{80B1F9A6-35B7-C90E-77AD-54FD43ABA3A6}"/>
              </a:ext>
            </a:extLst>
          </p:cNvPr>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 name="Freeform 13">
            <a:extLst>
              <a:ext uri="{FF2B5EF4-FFF2-40B4-BE49-F238E27FC236}">
                <a16:creationId xmlns:a16="http://schemas.microsoft.com/office/drawing/2014/main" id="{4845D83E-EBD2-CDCB-B36C-809F9252688A}"/>
              </a:ext>
            </a:extLst>
          </p:cNvPr>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4" name="Freeform 14">
            <a:extLst>
              <a:ext uri="{FF2B5EF4-FFF2-40B4-BE49-F238E27FC236}">
                <a16:creationId xmlns:a16="http://schemas.microsoft.com/office/drawing/2014/main" id="{706A1DD3-54E2-7241-D95F-A937ACEF2CFB}"/>
              </a:ext>
            </a:extLst>
          </p:cNvPr>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5" name="Freeform 15">
            <a:extLst>
              <a:ext uri="{FF2B5EF4-FFF2-40B4-BE49-F238E27FC236}">
                <a16:creationId xmlns:a16="http://schemas.microsoft.com/office/drawing/2014/main" id="{39CC60B5-0089-8FE0-368E-A4CC5A2786E7}"/>
              </a:ext>
            </a:extLst>
          </p:cNvPr>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6" name="Freeform 16">
            <a:extLst>
              <a:ext uri="{FF2B5EF4-FFF2-40B4-BE49-F238E27FC236}">
                <a16:creationId xmlns:a16="http://schemas.microsoft.com/office/drawing/2014/main" id="{F5EE7191-DC30-4704-78C8-1316F0E5AB7A}"/>
              </a:ext>
            </a:extLst>
          </p:cNvPr>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7" name="TextBox 17">
            <a:extLst>
              <a:ext uri="{FF2B5EF4-FFF2-40B4-BE49-F238E27FC236}">
                <a16:creationId xmlns:a16="http://schemas.microsoft.com/office/drawing/2014/main" id="{8FAF2BD6-E468-B24D-742B-6DFC29CF0B95}"/>
              </a:ext>
            </a:extLst>
          </p:cNvPr>
          <p:cNvSpPr txBox="1">
            <a:spLocks noGrp="1" noRot="1" noMove="1" noResize="1" noEditPoints="1" noAdjustHandles="1" noChangeArrowheads="1" noChangeShapeType="1"/>
          </p:cNvSpPr>
          <p:nvPr/>
        </p:nvSpPr>
        <p:spPr>
          <a:xfrm>
            <a:off x="753578" y="9834486"/>
            <a:ext cx="206582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9">
            <a:extLst>
              <a:ext uri="{FF2B5EF4-FFF2-40B4-BE49-F238E27FC236}">
                <a16:creationId xmlns:a16="http://schemas.microsoft.com/office/drawing/2014/main" id="{FBF17014-8C65-05D9-A0FF-8A1635F244B0}"/>
              </a:ext>
            </a:extLst>
          </p:cNvPr>
          <p:cNvSpPr txBox="1"/>
          <p:nvPr/>
        </p:nvSpPr>
        <p:spPr>
          <a:xfrm>
            <a:off x="1124840" y="2547615"/>
            <a:ext cx="13990038" cy="2858347"/>
          </a:xfrm>
          <a:prstGeom prst="rect">
            <a:avLst/>
          </a:prstGeom>
        </p:spPr>
        <p:txBody>
          <a:bodyPr lIns="0" tIns="0" rIns="0" bIns="0" rtlCol="0" anchor="t">
            <a:spAutoFit/>
          </a:bodyPr>
          <a:lstStyle/>
          <a:p>
            <a:pPr marL="388620" lvl="1" indent="-194310" algn="l">
              <a:lnSpc>
                <a:spcPts val="2520"/>
              </a:lnSpc>
              <a:buFont typeface="Arial"/>
              <a:buChar char="•"/>
            </a:pPr>
            <a:r>
              <a:rPr lang="tr-TR" sz="1800" dirty="0">
                <a:solidFill>
                  <a:srgbClr val="DE2223"/>
                </a:solidFill>
                <a:latin typeface="Aileron Bold"/>
              </a:rPr>
              <a:t>Özgünlük ve Yerlilik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u="sng" dirty="0">
                <a:solidFill>
                  <a:srgbClr val="DE2223"/>
                </a:solidFill>
                <a:latin typeface="Aileron Bold Italics"/>
              </a:rPr>
              <a:t> </a:t>
            </a:r>
            <a:r>
              <a:rPr lang="tr-TR" u="sng" dirty="0">
                <a:solidFill>
                  <a:srgbClr val="DE2223"/>
                </a:solidFill>
                <a:latin typeface="Aileron Bold"/>
              </a:rPr>
              <a:t>bir</a:t>
            </a:r>
            <a:r>
              <a:rPr lang="tr-TR" sz="1800" dirty="0">
                <a:solidFill>
                  <a:srgbClr val="DE2223"/>
                </a:solidFill>
                <a:latin typeface="Aileron Bold"/>
              </a:rPr>
              <a:t> </a:t>
            </a:r>
            <a:r>
              <a:rPr lang="tr-TR" dirty="0">
                <a:solidFill>
                  <a:srgbClr val="DE2223"/>
                </a:solidFill>
                <a:latin typeface="Aileron Bold"/>
              </a:rPr>
              <a:t> (1</a:t>
            </a:r>
            <a:r>
              <a:rPr lang="en-US" sz="1800" dirty="0">
                <a:solidFill>
                  <a:srgbClr val="DE2223"/>
                </a:solidFill>
                <a:latin typeface="Aileron Bold"/>
              </a:rPr>
              <a:t>)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endParaRPr lang="tr-TR" sz="1800" dirty="0">
              <a:solidFill>
                <a:srgbClr val="DE2223"/>
              </a:solidFill>
              <a:latin typeface="Aileron Bold"/>
            </a:endParaRPr>
          </a:p>
          <a:p>
            <a:pPr marL="388620" lvl="1" indent="-194310" algn="l">
              <a:lnSpc>
                <a:spcPts val="2520"/>
              </a:lnSpc>
              <a:buFont typeface="Arial"/>
              <a:buChar char="•"/>
            </a:pPr>
            <a:r>
              <a:rPr lang="en-US" sz="1800" dirty="0" err="1">
                <a:solidFill>
                  <a:srgbClr val="DE2223"/>
                </a:solidFill>
                <a:latin typeface="Aileron Bold"/>
              </a:rPr>
              <a:t>Projenizin</a:t>
            </a:r>
            <a:r>
              <a:rPr lang="en-US" sz="1800" dirty="0">
                <a:solidFill>
                  <a:srgbClr val="DE2223"/>
                </a:solidFill>
                <a:latin typeface="Aileron Bold"/>
              </a:rPr>
              <a:t> milli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yerli</a:t>
            </a:r>
            <a:r>
              <a:rPr lang="en-US" sz="1800" dirty="0">
                <a:solidFill>
                  <a:srgbClr val="DE2223"/>
                </a:solidFill>
                <a:latin typeface="Aileron Bold"/>
              </a:rPr>
              <a:t> </a:t>
            </a:r>
            <a:r>
              <a:rPr lang="en-US" sz="1800" dirty="0" err="1">
                <a:solidFill>
                  <a:srgbClr val="DE2223"/>
                </a:solidFill>
                <a:latin typeface="Aileron Bold"/>
              </a:rPr>
              <a:t>özelliklerini</a:t>
            </a:r>
            <a:r>
              <a:rPr lang="en-US" sz="1800" dirty="0">
                <a:solidFill>
                  <a:srgbClr val="DE2223"/>
                </a:solidFill>
                <a:latin typeface="Aileron Bold"/>
              </a:rPr>
              <a:t> </a:t>
            </a:r>
            <a:r>
              <a:rPr lang="en-US" sz="1800" dirty="0" err="1">
                <a:solidFill>
                  <a:srgbClr val="DE2223"/>
                </a:solidFill>
                <a:latin typeface="Aileron Bold"/>
              </a:rPr>
              <a:t>ortaya</a:t>
            </a:r>
            <a:r>
              <a:rPr lang="en-US" sz="1800" dirty="0">
                <a:solidFill>
                  <a:srgbClr val="DE2223"/>
                </a:solidFill>
                <a:latin typeface="Aileron Bold"/>
              </a:rPr>
              <a:t> </a:t>
            </a:r>
            <a:r>
              <a:rPr lang="en-US" sz="1800" dirty="0" err="1">
                <a:solidFill>
                  <a:srgbClr val="DE2223"/>
                </a:solidFill>
                <a:latin typeface="Aileron Bold"/>
              </a:rPr>
              <a:t>çıkaran</a:t>
            </a:r>
            <a:r>
              <a:rPr lang="en-US" sz="1800" dirty="0">
                <a:solidFill>
                  <a:srgbClr val="DE2223"/>
                </a:solidFill>
                <a:latin typeface="Aileron Bold"/>
              </a:rPr>
              <a:t> </a:t>
            </a:r>
            <a:r>
              <a:rPr lang="en-US" sz="1800" dirty="0" err="1">
                <a:solidFill>
                  <a:srgbClr val="DE2223"/>
                </a:solidFill>
                <a:latin typeface="Aileron Bold"/>
              </a:rPr>
              <a:t>unsurlar</a:t>
            </a:r>
            <a:r>
              <a:rPr lang="en-US" sz="1800" dirty="0">
                <a:solidFill>
                  <a:srgbClr val="DE2223"/>
                </a:solidFill>
                <a:latin typeface="Aileron Bold"/>
              </a:rPr>
              <a:t> </a:t>
            </a:r>
            <a:r>
              <a:rPr lang="en-US" sz="1800" dirty="0" err="1">
                <a:solidFill>
                  <a:srgbClr val="DE2223"/>
                </a:solidFill>
                <a:latin typeface="Aileron Bold"/>
              </a:rPr>
              <a:t>nelerdir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Projeyi</a:t>
            </a:r>
            <a:r>
              <a:rPr lang="en-US" sz="1800" dirty="0">
                <a:solidFill>
                  <a:srgbClr val="DE2223"/>
                </a:solidFill>
                <a:latin typeface="Aileron Bold"/>
              </a:rPr>
              <a:t>, </a:t>
            </a:r>
            <a:r>
              <a:rPr lang="en-US" sz="1800" dirty="0" err="1">
                <a:solidFill>
                  <a:srgbClr val="DE2223"/>
                </a:solidFill>
                <a:latin typeface="Aileron Bold"/>
              </a:rPr>
              <a:t>piyasada</a:t>
            </a:r>
            <a:r>
              <a:rPr lang="en-US" sz="1800" dirty="0">
                <a:solidFill>
                  <a:srgbClr val="DE2223"/>
                </a:solidFill>
                <a:latin typeface="Aileron Bold"/>
              </a:rPr>
              <a:t> </a:t>
            </a:r>
            <a:r>
              <a:rPr lang="en-US" sz="1800" dirty="0" err="1">
                <a:solidFill>
                  <a:srgbClr val="DE2223"/>
                </a:solidFill>
                <a:latin typeface="Aileron Bold"/>
              </a:rPr>
              <a:t>bulunan</a:t>
            </a:r>
            <a:r>
              <a:rPr lang="en-US" sz="1800" dirty="0">
                <a:solidFill>
                  <a:srgbClr val="DE2223"/>
                </a:solidFill>
                <a:latin typeface="Aileron Bold"/>
              </a:rPr>
              <a:t> </a:t>
            </a:r>
            <a:r>
              <a:rPr lang="en-US" sz="1800" dirty="0" err="1">
                <a:solidFill>
                  <a:srgbClr val="DE2223"/>
                </a:solidFill>
                <a:latin typeface="Aileron Bold"/>
              </a:rPr>
              <a:t>benzer</a:t>
            </a:r>
            <a:r>
              <a:rPr lang="en-US" sz="1800" dirty="0">
                <a:solidFill>
                  <a:srgbClr val="DE2223"/>
                </a:solidFill>
                <a:latin typeface="Aileron Bold"/>
              </a:rPr>
              <a:t> </a:t>
            </a:r>
            <a:r>
              <a:rPr lang="en-US" sz="1800" dirty="0" err="1">
                <a:solidFill>
                  <a:srgbClr val="DE2223"/>
                </a:solidFill>
                <a:latin typeface="Aileron Bold"/>
              </a:rPr>
              <a:t>çözümlerden</a:t>
            </a:r>
            <a:r>
              <a:rPr lang="en-US" sz="1800" dirty="0">
                <a:solidFill>
                  <a:srgbClr val="DE2223"/>
                </a:solidFill>
                <a:latin typeface="Aileron Bold"/>
              </a:rPr>
              <a:t> </a:t>
            </a:r>
            <a:r>
              <a:rPr lang="en-US" sz="1800" dirty="0" err="1">
                <a:solidFill>
                  <a:srgbClr val="DE2223"/>
                </a:solidFill>
                <a:latin typeface="Aileron Bold"/>
              </a:rPr>
              <a:t>ayıran</a:t>
            </a:r>
            <a:r>
              <a:rPr lang="en-US" sz="1800" dirty="0">
                <a:solidFill>
                  <a:srgbClr val="DE2223"/>
                </a:solidFill>
                <a:latin typeface="Aileron Bold"/>
              </a:rPr>
              <a:t> </a:t>
            </a:r>
            <a:r>
              <a:rPr lang="en-US" sz="1800" dirty="0" err="1">
                <a:solidFill>
                  <a:srgbClr val="DE2223"/>
                </a:solidFill>
                <a:latin typeface="Aileron Bold"/>
              </a:rPr>
              <a:t>özellik</a:t>
            </a:r>
            <a:r>
              <a:rPr lang="en-US" sz="1800" dirty="0">
                <a:solidFill>
                  <a:srgbClr val="DE2223"/>
                </a:solidFill>
                <a:latin typeface="Aileron Bold"/>
              </a:rPr>
              <a:t>/</a:t>
            </a:r>
            <a:r>
              <a:rPr lang="en-US" sz="1800" dirty="0" err="1">
                <a:solidFill>
                  <a:srgbClr val="DE2223"/>
                </a:solidFill>
                <a:latin typeface="Aileron Bold"/>
              </a:rPr>
              <a:t>özelliklerin</a:t>
            </a:r>
            <a:r>
              <a:rPr lang="en-US" sz="1800" dirty="0">
                <a:solidFill>
                  <a:srgbClr val="DE2223"/>
                </a:solidFill>
                <a:latin typeface="Aileron Bold"/>
              </a:rPr>
              <a:t> </a:t>
            </a:r>
            <a:r>
              <a:rPr lang="en-US" sz="1800" dirty="0" err="1">
                <a:solidFill>
                  <a:srgbClr val="DE2223"/>
                </a:solidFill>
                <a:latin typeface="Aileron Bold"/>
              </a:rPr>
              <a:t>neler</a:t>
            </a:r>
            <a:r>
              <a:rPr lang="en-US" sz="1800" dirty="0">
                <a:solidFill>
                  <a:srgbClr val="DE2223"/>
                </a:solidFill>
                <a:latin typeface="Aileron Bold"/>
              </a:rPr>
              <a:t> </a:t>
            </a:r>
            <a:r>
              <a:rPr lang="en-US" sz="1800" dirty="0" err="1">
                <a:solidFill>
                  <a:srgbClr val="DE2223"/>
                </a:solidFill>
                <a:latin typeface="Aileron Bold"/>
              </a:rPr>
              <a:t>olduğu</a:t>
            </a:r>
            <a:r>
              <a:rPr lang="en-US" sz="1800" dirty="0">
                <a:solidFill>
                  <a:srgbClr val="DE2223"/>
                </a:solidFill>
                <a:latin typeface="Aileron Bold"/>
              </a:rPr>
              <a:t> </a:t>
            </a:r>
            <a:r>
              <a:rPr lang="en-US" sz="1800" dirty="0" err="1">
                <a:solidFill>
                  <a:srgbClr val="DE2223"/>
                </a:solidFill>
                <a:latin typeface="Aileron Bold"/>
              </a:rPr>
              <a:t>açıklanır</a:t>
            </a:r>
            <a:r>
              <a:rPr lang="en-US" sz="1800" dirty="0">
                <a:solidFill>
                  <a:srgbClr val="DE2223"/>
                </a:solidFill>
                <a:latin typeface="Aileron Bold"/>
              </a:rPr>
              <a:t>. </a:t>
            </a:r>
          </a:p>
          <a:p>
            <a:pPr marL="388620" lvl="1" indent="-194310" algn="l">
              <a:lnSpc>
                <a:spcPts val="2520"/>
              </a:lnSpc>
              <a:buFont typeface="Arial"/>
              <a:buChar char="•"/>
            </a:pPr>
            <a:r>
              <a:rPr lang="tr-TR" sz="1800" dirty="0">
                <a:solidFill>
                  <a:srgbClr val="DE2223"/>
                </a:solidFill>
                <a:latin typeface="Aileron Bold"/>
              </a:rPr>
              <a:t>M</a:t>
            </a:r>
            <a:r>
              <a:rPr lang="en-US" sz="1800" dirty="0" err="1">
                <a:solidFill>
                  <a:srgbClr val="DE2223"/>
                </a:solidFill>
                <a:latin typeface="Aileron Bold"/>
              </a:rPr>
              <a:t>evcut</a:t>
            </a:r>
            <a:r>
              <a:rPr lang="en-US" sz="1800" dirty="0">
                <a:solidFill>
                  <a:srgbClr val="DE2223"/>
                </a:solidFill>
                <a:latin typeface="Aileron Bold"/>
              </a:rPr>
              <a:t> </a:t>
            </a:r>
            <a:r>
              <a:rPr lang="en-US" sz="1800" dirty="0" err="1">
                <a:solidFill>
                  <a:srgbClr val="DE2223"/>
                </a:solidFill>
                <a:latin typeface="Aileron Bold"/>
              </a:rPr>
              <a:t>çözümlerden</a:t>
            </a:r>
            <a:r>
              <a:rPr lang="en-US" sz="1800" dirty="0">
                <a:solidFill>
                  <a:srgbClr val="DE2223"/>
                </a:solidFill>
                <a:latin typeface="Aileron Bold"/>
              </a:rPr>
              <a:t> </a:t>
            </a:r>
            <a:r>
              <a:rPr lang="en-US" sz="1800" dirty="0" err="1">
                <a:solidFill>
                  <a:srgbClr val="DE2223"/>
                </a:solidFill>
                <a:latin typeface="Aileron Bold"/>
              </a:rPr>
              <a:t>farkı</a:t>
            </a:r>
            <a:r>
              <a:rPr lang="en-US" sz="1800" dirty="0">
                <a:solidFill>
                  <a:srgbClr val="DE2223"/>
                </a:solidFill>
                <a:latin typeface="Aileron Bold"/>
              </a:rPr>
              <a:t> </a:t>
            </a:r>
            <a:r>
              <a:rPr lang="en-US" sz="1800" dirty="0" err="1">
                <a:solidFill>
                  <a:srgbClr val="DE2223"/>
                </a:solidFill>
                <a:latin typeface="Aileron Bold"/>
              </a:rPr>
              <a:t>bu</a:t>
            </a:r>
            <a:r>
              <a:rPr lang="en-US" sz="1800" dirty="0">
                <a:solidFill>
                  <a:srgbClr val="DE2223"/>
                </a:solidFill>
                <a:latin typeface="Aileron Bold"/>
              </a:rPr>
              <a:t> </a:t>
            </a:r>
            <a:r>
              <a:rPr lang="en-US" sz="1800" dirty="0" err="1">
                <a:solidFill>
                  <a:srgbClr val="DE2223"/>
                </a:solidFill>
                <a:latin typeface="Aileron Bold"/>
              </a:rPr>
              <a:t>başlık</a:t>
            </a:r>
            <a:r>
              <a:rPr lang="en-US" sz="1800" dirty="0">
                <a:solidFill>
                  <a:srgbClr val="DE2223"/>
                </a:solidFill>
                <a:latin typeface="Aileron Bold"/>
              </a:rPr>
              <a:t> </a:t>
            </a:r>
            <a:r>
              <a:rPr lang="en-US" sz="1800" dirty="0" err="1">
                <a:solidFill>
                  <a:srgbClr val="DE2223"/>
                </a:solidFill>
                <a:latin typeface="Aileron Bold"/>
              </a:rPr>
              <a:t>kapsamında</a:t>
            </a:r>
            <a:r>
              <a:rPr lang="en-US" sz="1800" dirty="0">
                <a:solidFill>
                  <a:srgbClr val="DE2223"/>
                </a:solidFill>
                <a:latin typeface="Aileron Bold"/>
              </a:rPr>
              <a:t> </a:t>
            </a:r>
            <a:r>
              <a:rPr lang="en-US" sz="1800" dirty="0" err="1">
                <a:solidFill>
                  <a:srgbClr val="DE2223"/>
                </a:solidFill>
                <a:latin typeface="Aileron Bold"/>
              </a:rPr>
              <a:t>detaylandırılarak</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karşılaştırma</a:t>
            </a:r>
            <a:r>
              <a:rPr lang="en-US" sz="1800" dirty="0">
                <a:solidFill>
                  <a:srgbClr val="DE2223"/>
                </a:solidFill>
                <a:latin typeface="Aileron Bold"/>
              </a:rPr>
              <a:t> </a:t>
            </a:r>
            <a:r>
              <a:rPr lang="en-US" sz="1800" dirty="0" err="1">
                <a:solidFill>
                  <a:srgbClr val="DE2223"/>
                </a:solidFill>
                <a:latin typeface="Aileron Bold"/>
              </a:rPr>
              <a:t>yapılarak</a:t>
            </a:r>
            <a:r>
              <a:rPr lang="en-US" sz="1800" dirty="0">
                <a:solidFill>
                  <a:srgbClr val="DE2223"/>
                </a:solidFill>
                <a:latin typeface="Aileron Bold"/>
              </a:rPr>
              <a:t> </a:t>
            </a:r>
            <a:r>
              <a:rPr lang="en-US" sz="1800" dirty="0" err="1">
                <a:solidFill>
                  <a:srgbClr val="DE2223"/>
                </a:solidFill>
                <a:latin typeface="Aileron Bold"/>
              </a:rPr>
              <a:t>anlatılmalıdır</a:t>
            </a:r>
            <a:r>
              <a:rPr lang="en-US" sz="1800" dirty="0">
                <a:solidFill>
                  <a:srgbClr val="DE2223"/>
                </a:solidFill>
                <a:latin typeface="Aileron Bold"/>
              </a:rPr>
              <a:t>.</a:t>
            </a:r>
          </a:p>
          <a:p>
            <a:pPr marL="194310" lvl="1" algn="l">
              <a:lnSpc>
                <a:spcPts val="2520"/>
              </a:lnSpc>
            </a:pPr>
            <a:endParaRPr lang="en-US" sz="1800" dirty="0">
              <a:solidFill>
                <a:srgbClr val="DE2223"/>
              </a:solidFill>
              <a:latin typeface="Aileron Bold"/>
            </a:endParaRPr>
          </a:p>
          <a:p>
            <a:pPr marL="194310" lvl="1">
              <a:lnSpc>
                <a:spcPts val="2520"/>
              </a:lnSpc>
            </a:pPr>
            <a:r>
              <a:rPr lang="tr-TR" dirty="0">
                <a:solidFill>
                  <a:srgbClr val="DE2223"/>
                </a:solidFill>
                <a:latin typeface="Aileron Bold"/>
              </a:rPr>
              <a:t>Sayfalarda görsellerden (tablolar, akış diyagramı , infografik vb.) yararlanabilirsiniz.</a:t>
            </a:r>
            <a:endParaRPr lang="en-US" sz="1800" dirty="0">
              <a:solidFill>
                <a:srgbClr val="DE2223"/>
              </a:solidFill>
              <a:latin typeface="Aileron Bold"/>
            </a:endParaRPr>
          </a:p>
          <a:p>
            <a:pPr marL="194310" lvl="1" algn="l">
              <a:lnSpc>
                <a:spcPts val="2520"/>
              </a:lnSpc>
            </a:pPr>
            <a:endParaRPr lang="tr-TR" dirty="0">
              <a:solidFill>
                <a:srgbClr val="DE2223"/>
              </a:solidFill>
              <a:latin typeface="Aileron Bold"/>
            </a:endParaRPr>
          </a:p>
          <a:p>
            <a:pPr marL="194310" lvl="1" algn="l">
              <a:lnSpc>
                <a:spcPts val="2520"/>
              </a:lnSpc>
            </a:pPr>
            <a:endParaRPr lang="tr-TR" dirty="0">
              <a:solidFill>
                <a:srgbClr val="DE2223"/>
              </a:solidFill>
              <a:highlight>
                <a:srgbClr val="FFFF00"/>
              </a:highlight>
              <a:latin typeface="Aileron Bold"/>
            </a:endParaRPr>
          </a:p>
          <a:p>
            <a:pPr marL="194310" lvl="1" algn="l">
              <a:lnSpc>
                <a:spcPts val="2520"/>
              </a:lnSpc>
            </a:pPr>
            <a:endParaRPr lang="en-US" sz="1800" dirty="0">
              <a:solidFill>
                <a:srgbClr val="DE2223"/>
              </a:solidFill>
              <a:highlight>
                <a:srgbClr val="FFFF00"/>
              </a:highlight>
              <a:latin typeface="Aileron Bold"/>
            </a:endParaRPr>
          </a:p>
        </p:txBody>
      </p:sp>
      <p:sp>
        <p:nvSpPr>
          <p:cNvPr id="9" name="Freeform 96">
            <a:extLst>
              <a:ext uri="{FF2B5EF4-FFF2-40B4-BE49-F238E27FC236}">
                <a16:creationId xmlns:a16="http://schemas.microsoft.com/office/drawing/2014/main" id="{D0D5D8AA-1E5B-2C18-8106-6A908BE3F615}"/>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54" name="AutoShape 20">
            <a:extLst>
              <a:ext uri="{FF2B5EF4-FFF2-40B4-BE49-F238E27FC236}">
                <a16:creationId xmlns:a16="http://schemas.microsoft.com/office/drawing/2014/main" id="{D80B05ED-0557-7F03-3009-573721829A5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0" name="Freeform 97">
            <a:extLst>
              <a:ext uri="{FF2B5EF4-FFF2-40B4-BE49-F238E27FC236}">
                <a16:creationId xmlns:a16="http://schemas.microsoft.com/office/drawing/2014/main" id="{0EE0EBD5-AB07-68B9-9F87-C9F4FD79A8ED}"/>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23" name="Freeform 96">
            <a:extLst>
              <a:ext uri="{FF2B5EF4-FFF2-40B4-BE49-F238E27FC236}">
                <a16:creationId xmlns:a16="http://schemas.microsoft.com/office/drawing/2014/main" id="{CDDBBF43-7280-EAF4-C499-C05B349CEEF3}"/>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9" name="Freeform 96">
            <a:extLst>
              <a:ext uri="{FF2B5EF4-FFF2-40B4-BE49-F238E27FC236}">
                <a16:creationId xmlns:a16="http://schemas.microsoft.com/office/drawing/2014/main" id="{1358DCCF-005C-4514-5B60-ECB72030CD59}"/>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20" name="TextBox 34">
            <a:extLst>
              <a:ext uri="{FF2B5EF4-FFF2-40B4-BE49-F238E27FC236}">
                <a16:creationId xmlns:a16="http://schemas.microsoft.com/office/drawing/2014/main" id="{F7FC2820-F68E-8783-686D-15CE6E23406B}"/>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26" name="TextBox 35">
            <a:extLst>
              <a:ext uri="{FF2B5EF4-FFF2-40B4-BE49-F238E27FC236}">
                <a16:creationId xmlns:a16="http://schemas.microsoft.com/office/drawing/2014/main" id="{8D255D6B-DBB7-B053-9069-232D2C3E5DBC}"/>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7" name="TextBox 36">
            <a:extLst>
              <a:ext uri="{FF2B5EF4-FFF2-40B4-BE49-F238E27FC236}">
                <a16:creationId xmlns:a16="http://schemas.microsoft.com/office/drawing/2014/main" id="{DA43DC7F-9785-2A3E-E45A-F6D610B38FF4}"/>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8" name="TextBox 37">
            <a:extLst>
              <a:ext uri="{FF2B5EF4-FFF2-40B4-BE49-F238E27FC236}">
                <a16:creationId xmlns:a16="http://schemas.microsoft.com/office/drawing/2014/main" id="{90054ED1-0372-3DCA-8259-E2E1092FFADB}"/>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9" name="TextBox 38">
            <a:extLst>
              <a:ext uri="{FF2B5EF4-FFF2-40B4-BE49-F238E27FC236}">
                <a16:creationId xmlns:a16="http://schemas.microsoft.com/office/drawing/2014/main" id="{D96B996B-4674-EE98-0CD8-0DB19A393DAA}"/>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30" name="TextBox 39">
            <a:extLst>
              <a:ext uri="{FF2B5EF4-FFF2-40B4-BE49-F238E27FC236}">
                <a16:creationId xmlns:a16="http://schemas.microsoft.com/office/drawing/2014/main" id="{357D95AB-97C9-C106-7787-46979D802038}"/>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31" name="Freeform 45">
            <a:extLst>
              <a:ext uri="{FF2B5EF4-FFF2-40B4-BE49-F238E27FC236}">
                <a16:creationId xmlns:a16="http://schemas.microsoft.com/office/drawing/2014/main" id="{CAB2DCF0-8BA2-D2CD-D8C3-9FE193F62CFE}"/>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2" name="Freeform 47">
            <a:extLst>
              <a:ext uri="{FF2B5EF4-FFF2-40B4-BE49-F238E27FC236}">
                <a16:creationId xmlns:a16="http://schemas.microsoft.com/office/drawing/2014/main" id="{D57D9A43-0740-EC1F-938C-DE5B25FF591E}"/>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3" name="Freeform 22">
            <a:extLst>
              <a:ext uri="{FF2B5EF4-FFF2-40B4-BE49-F238E27FC236}">
                <a16:creationId xmlns:a16="http://schemas.microsoft.com/office/drawing/2014/main" id="{00EA8632-4E0E-3257-60CC-F7BDB34F3E1D}"/>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4" name="Freeform 44">
            <a:extLst>
              <a:ext uri="{FF2B5EF4-FFF2-40B4-BE49-F238E27FC236}">
                <a16:creationId xmlns:a16="http://schemas.microsoft.com/office/drawing/2014/main" id="{1244AB3A-A1DF-3331-64E4-6535B3B222CD}"/>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5" name="TextBox 38">
            <a:extLst>
              <a:ext uri="{FF2B5EF4-FFF2-40B4-BE49-F238E27FC236}">
                <a16:creationId xmlns:a16="http://schemas.microsoft.com/office/drawing/2014/main" id="{B1A00C97-D215-693C-88CB-4CF3A13B2C97}"/>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36" name="Freeform 44">
            <a:extLst>
              <a:ext uri="{FF2B5EF4-FFF2-40B4-BE49-F238E27FC236}">
                <a16:creationId xmlns:a16="http://schemas.microsoft.com/office/drawing/2014/main" id="{3AC0EF66-E0E1-CB1C-6D3D-DD3EC6B10C41}"/>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7" name="TextBox 39">
            <a:extLst>
              <a:ext uri="{FF2B5EF4-FFF2-40B4-BE49-F238E27FC236}">
                <a16:creationId xmlns:a16="http://schemas.microsoft.com/office/drawing/2014/main" id="{7FFC7E8E-CE44-0619-C447-AA42EA5D5BEE}"/>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8" name="AutoShape 20">
            <a:extLst>
              <a:ext uri="{FF2B5EF4-FFF2-40B4-BE49-F238E27FC236}">
                <a16:creationId xmlns:a16="http://schemas.microsoft.com/office/drawing/2014/main" id="{ED757935-DB32-E7E8-2BA0-CCBEC7B2E923}"/>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9" name="Freeform 21">
            <a:extLst>
              <a:ext uri="{FF2B5EF4-FFF2-40B4-BE49-F238E27FC236}">
                <a16:creationId xmlns:a16="http://schemas.microsoft.com/office/drawing/2014/main" id="{FD04C03D-2AA1-F405-33B2-2CDD762F0EB6}"/>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0" name="TextBox 40">
            <a:extLst>
              <a:ext uri="{FF2B5EF4-FFF2-40B4-BE49-F238E27FC236}">
                <a16:creationId xmlns:a16="http://schemas.microsoft.com/office/drawing/2014/main" id="{056A2B8C-1F0E-E446-108B-001888990EDC}"/>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41" name="TextBox 42">
            <a:extLst>
              <a:ext uri="{FF2B5EF4-FFF2-40B4-BE49-F238E27FC236}">
                <a16:creationId xmlns:a16="http://schemas.microsoft.com/office/drawing/2014/main" id="{138F2687-57BB-F52E-C15F-4CE2D6C36309}"/>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42" name="Freeform 21">
            <a:extLst>
              <a:ext uri="{FF2B5EF4-FFF2-40B4-BE49-F238E27FC236}">
                <a16:creationId xmlns:a16="http://schemas.microsoft.com/office/drawing/2014/main" id="{E2689B14-D42B-894A-ADFE-D34ADB3CC835}"/>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319D7559-6177-267C-0C0D-08BFCC899839}"/>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B35AD29B-AAB8-1D76-ED74-6CCB86A6B1C7}"/>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70F5F72A-15A0-7B6E-50B7-6ABB74E87409}"/>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6A0816D9-666A-21B6-91F6-10AD2D4F7886}"/>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CCFFEEF6-DF14-74BD-288B-7751C1079A3B}"/>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D35463D2-433D-D0BE-5A86-5AF01B1E2310}"/>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463591D5-95B7-2E48-8698-85E7E9C2A6F4}"/>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1" name="Freeform 21">
            <a:extLst>
              <a:ext uri="{FF2B5EF4-FFF2-40B4-BE49-F238E27FC236}">
                <a16:creationId xmlns:a16="http://schemas.microsoft.com/office/drawing/2014/main" id="{EF03205D-B526-070F-313A-3D550531C046}"/>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1CD26B70-1462-8B25-4EFA-E87BD984AB40}"/>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1" name="Freeform 21">
            <a:extLst>
              <a:ext uri="{FF2B5EF4-FFF2-40B4-BE49-F238E27FC236}">
                <a16:creationId xmlns:a16="http://schemas.microsoft.com/office/drawing/2014/main" id="{D056E306-987D-562A-C5FF-7760944B192E}"/>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2" name="Freeform 22">
            <a:extLst>
              <a:ext uri="{FF2B5EF4-FFF2-40B4-BE49-F238E27FC236}">
                <a16:creationId xmlns:a16="http://schemas.microsoft.com/office/drawing/2014/main" id="{DA302663-AF0C-8B5C-472D-ECDA3F7C567E}"/>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3" name="Freeform 21">
            <a:extLst>
              <a:ext uri="{FF2B5EF4-FFF2-40B4-BE49-F238E27FC236}">
                <a16:creationId xmlns:a16="http://schemas.microsoft.com/office/drawing/2014/main" id="{9EE43361-7DB9-588C-8DC2-0C14C8B17D67}"/>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4" name="Freeform 22">
            <a:extLst>
              <a:ext uri="{FF2B5EF4-FFF2-40B4-BE49-F238E27FC236}">
                <a16:creationId xmlns:a16="http://schemas.microsoft.com/office/drawing/2014/main" id="{40B0C8CE-E23A-7EBE-FCA2-629265389B3A}"/>
              </a:ext>
            </a:extLst>
          </p:cNvPr>
          <p:cNvSpPr/>
          <p:nvPr/>
        </p:nvSpPr>
        <p:spPr>
          <a:xfrm>
            <a:off x="17604558" y="491886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5" name="Freeform 21">
            <a:extLst>
              <a:ext uri="{FF2B5EF4-FFF2-40B4-BE49-F238E27FC236}">
                <a16:creationId xmlns:a16="http://schemas.microsoft.com/office/drawing/2014/main" id="{DF65BDDB-F975-C1E1-0A01-274B2812B662}"/>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6" name="Freeform 22">
            <a:extLst>
              <a:ext uri="{FF2B5EF4-FFF2-40B4-BE49-F238E27FC236}">
                <a16:creationId xmlns:a16="http://schemas.microsoft.com/office/drawing/2014/main" id="{39F487A1-9734-43B1-4899-ADFEC0E3E0E1}"/>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7" name="Freeform 21">
            <a:extLst>
              <a:ext uri="{FF2B5EF4-FFF2-40B4-BE49-F238E27FC236}">
                <a16:creationId xmlns:a16="http://schemas.microsoft.com/office/drawing/2014/main" id="{FE51806E-EB2C-DD31-2E06-AD95B04DDE28}"/>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88" name="Freeform 22">
            <a:extLst>
              <a:ext uri="{FF2B5EF4-FFF2-40B4-BE49-F238E27FC236}">
                <a16:creationId xmlns:a16="http://schemas.microsoft.com/office/drawing/2014/main" id="{0A1EBCDD-AB9F-69C5-D297-43C4691197D3}"/>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89" name="Freeform 21">
            <a:extLst>
              <a:ext uri="{FF2B5EF4-FFF2-40B4-BE49-F238E27FC236}">
                <a16:creationId xmlns:a16="http://schemas.microsoft.com/office/drawing/2014/main" id="{0BC40AC3-D55C-18B2-DA91-F67C7955F3A2}"/>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90" name="Freeform 22">
            <a:extLst>
              <a:ext uri="{FF2B5EF4-FFF2-40B4-BE49-F238E27FC236}">
                <a16:creationId xmlns:a16="http://schemas.microsoft.com/office/drawing/2014/main" id="{5E99EC16-E010-3C38-96A5-DED8603C6E70}"/>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91" name="TextBox 34">
            <a:extLst>
              <a:ext uri="{FF2B5EF4-FFF2-40B4-BE49-F238E27FC236}">
                <a16:creationId xmlns:a16="http://schemas.microsoft.com/office/drawing/2014/main" id="{A841E506-BF37-D4CB-ABA8-438DA0387DBB}"/>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92" name="Freeform 97">
            <a:extLst>
              <a:ext uri="{FF2B5EF4-FFF2-40B4-BE49-F238E27FC236}">
                <a16:creationId xmlns:a16="http://schemas.microsoft.com/office/drawing/2014/main" id="{5F4E9087-4D35-9612-2BDB-C3C2E9883C74}"/>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24" name="Freeform 97">
            <a:extLst>
              <a:ext uri="{FF2B5EF4-FFF2-40B4-BE49-F238E27FC236}">
                <a16:creationId xmlns:a16="http://schemas.microsoft.com/office/drawing/2014/main" id="{BAB24FCB-9E1B-B96B-AEC2-72EE0C76C900}"/>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21" name="TextBox 114">
            <a:extLst>
              <a:ext uri="{FF2B5EF4-FFF2-40B4-BE49-F238E27FC236}">
                <a16:creationId xmlns:a16="http://schemas.microsoft.com/office/drawing/2014/main" id="{29FA11A1-10F0-C01F-F697-749C080C5FE7}"/>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extLst>
      <p:ext uri="{BB962C8B-B14F-4D97-AF65-F5344CB8AC3E}">
        <p14:creationId xmlns:p14="http://schemas.microsoft.com/office/powerpoint/2010/main" val="1351766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6642960" y="364176"/>
            <a:ext cx="4445214"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HEDEF KİTLE</a:t>
            </a:r>
          </a:p>
        </p:txBody>
      </p:sp>
      <p:sp>
        <p:nvSpPr>
          <p:cNvPr id="10" name="TextBox 10"/>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TextBox 11"/>
          <p:cNvSpPr txBox="1">
            <a:spLocks noGrp="1" noRot="1" noMove="1" noResize="1" noEditPoints="1" noAdjustHandles="1" noChangeArrowheads="1" noChangeShapeType="1"/>
          </p:cNvSpPr>
          <p:nvPr/>
        </p:nvSpPr>
        <p:spPr>
          <a:xfrm>
            <a:off x="17910064" y="9607673"/>
            <a:ext cx="224135" cy="519822"/>
          </a:xfrm>
          <a:prstGeom prst="rect">
            <a:avLst/>
          </a:prstGeom>
        </p:spPr>
        <p:txBody>
          <a:bodyPr lIns="0" tIns="0" rIns="0" bIns="0" rtlCol="0" anchor="t">
            <a:spAutoFit/>
          </a:bodyPr>
          <a:lstStyle/>
          <a:p>
            <a:pPr algn="ctr">
              <a:lnSpc>
                <a:spcPts val="4759"/>
              </a:lnSpc>
            </a:pPr>
            <a:r>
              <a:rPr lang="tr-TR" sz="3399" dirty="0">
                <a:solidFill>
                  <a:srgbClr val="1A426A"/>
                </a:solidFill>
                <a:latin typeface="Active Heart"/>
              </a:rPr>
              <a:t>9</a:t>
            </a:r>
            <a:endParaRPr lang="en-US" sz="3399" dirty="0">
              <a:solidFill>
                <a:srgbClr val="1A426A"/>
              </a:solidFill>
              <a:latin typeface="Active Heart"/>
            </a:endParaRPr>
          </a:p>
        </p:txBody>
      </p:sp>
      <p:sp>
        <p:nvSpPr>
          <p:cNvPr id="12" name="Freeform 12"/>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6" name="Freeform 16"/>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7" name="TextBox 17"/>
          <p:cNvSpPr txBox="1">
            <a:spLocks noGrp="1" noRot="1" noMove="1" noResize="1" noEditPoints="1" noAdjustHandles="1" noChangeArrowheads="1" noChangeShapeType="1"/>
          </p:cNvSpPr>
          <p:nvPr/>
        </p:nvSpPr>
        <p:spPr>
          <a:xfrm>
            <a:off x="753578" y="9834486"/>
            <a:ext cx="2112537"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52" name="TextBox 9"/>
          <p:cNvSpPr txBox="1"/>
          <p:nvPr/>
        </p:nvSpPr>
        <p:spPr>
          <a:xfrm>
            <a:off x="1389673" y="2066656"/>
            <a:ext cx="13990038" cy="2810256"/>
          </a:xfrm>
          <a:prstGeom prst="rect">
            <a:avLst/>
          </a:prstGeom>
        </p:spPr>
        <p:txBody>
          <a:bodyPr lIns="0" tIns="0" rIns="0" bIns="0" rtlCol="0" anchor="t">
            <a:spAutoFit/>
          </a:bodyPr>
          <a:lstStyle/>
          <a:p>
            <a:pPr marL="388620" lvl="1" indent="-194310" algn="l">
              <a:lnSpc>
                <a:spcPts val="2520"/>
              </a:lnSpc>
              <a:buFont typeface="Arial"/>
              <a:buChar char="•"/>
            </a:pPr>
            <a:r>
              <a:rPr lang="en-US" sz="1800" dirty="0" err="1">
                <a:solidFill>
                  <a:srgbClr val="DE2223"/>
                </a:solidFill>
                <a:latin typeface="Aileron Bold"/>
              </a:rPr>
              <a:t>Hedef</a:t>
            </a:r>
            <a:r>
              <a:rPr lang="en-US" sz="1800" dirty="0">
                <a:solidFill>
                  <a:srgbClr val="DE2223"/>
                </a:solidFill>
                <a:latin typeface="Aileron Bold"/>
              </a:rPr>
              <a:t> </a:t>
            </a:r>
            <a:r>
              <a:rPr lang="en-US" sz="1800" dirty="0" err="1">
                <a:solidFill>
                  <a:srgbClr val="DE2223"/>
                </a:solidFill>
                <a:latin typeface="Aileron Bold"/>
              </a:rPr>
              <a:t>kitlenin</a:t>
            </a:r>
            <a:r>
              <a:rPr lang="en-US" sz="1800" dirty="0">
                <a:solidFill>
                  <a:srgbClr val="DE2223"/>
                </a:solidFill>
                <a:latin typeface="Aileron Bold"/>
              </a:rPr>
              <a:t> </a:t>
            </a:r>
            <a:r>
              <a:rPr lang="en-US" sz="1800" dirty="0" err="1">
                <a:solidFill>
                  <a:srgbClr val="DE2223"/>
                </a:solidFill>
                <a:latin typeface="Aileron Bold"/>
              </a:rPr>
              <a:t>açıklandığı</a:t>
            </a:r>
            <a:r>
              <a:rPr lang="en-US" sz="1800" dirty="0">
                <a:solidFill>
                  <a:srgbClr val="DE2223"/>
                </a:solidFill>
                <a:latin typeface="Aileron Bold"/>
              </a:rPr>
              <a:t> </a:t>
            </a:r>
            <a:r>
              <a:rPr lang="en-US" sz="1800" dirty="0" err="1">
                <a:solidFill>
                  <a:srgbClr val="DE2223"/>
                </a:solidFill>
                <a:latin typeface="Aileron Bold"/>
              </a:rPr>
              <a:t>sayfadır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Hedef</a:t>
            </a:r>
            <a:r>
              <a:rPr lang="en-US" sz="1800" dirty="0">
                <a:solidFill>
                  <a:srgbClr val="DE2223"/>
                </a:solidFill>
                <a:latin typeface="Aileron Bold"/>
              </a:rPr>
              <a:t> </a:t>
            </a:r>
            <a:r>
              <a:rPr lang="en-US" sz="1800" dirty="0" err="1">
                <a:solidFill>
                  <a:srgbClr val="DE2223"/>
                </a:solidFill>
                <a:latin typeface="Aileron Bold"/>
              </a:rPr>
              <a:t>kitle</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u="sng" dirty="0">
                <a:solidFill>
                  <a:srgbClr val="DE2223"/>
                </a:solidFill>
                <a:latin typeface="Aileron Bold Italics"/>
              </a:rPr>
              <a:t> </a:t>
            </a:r>
            <a:r>
              <a:rPr lang="en-US" sz="1800" dirty="0" err="1">
                <a:solidFill>
                  <a:srgbClr val="DE2223"/>
                </a:solidFill>
                <a:latin typeface="Aileron Bold"/>
              </a:rPr>
              <a:t>bir</a:t>
            </a:r>
            <a:r>
              <a:rPr lang="en-US" sz="1800" dirty="0">
                <a:solidFill>
                  <a:srgbClr val="DE2223"/>
                </a:solidFill>
                <a:latin typeface="Aileron Bold"/>
              </a:rPr>
              <a:t>(1)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p>
          <a:p>
            <a:pPr marL="388620" lvl="1" indent="-194310" algn="l">
              <a:lnSpc>
                <a:spcPts val="2520"/>
              </a:lnSpc>
              <a:buFont typeface="Arial"/>
              <a:buChar char="•"/>
            </a:pPr>
            <a:r>
              <a:rPr lang="en-US" sz="1800" dirty="0" err="1">
                <a:solidFill>
                  <a:srgbClr val="DE2223"/>
                </a:solidFill>
                <a:latin typeface="Aileron Bold"/>
              </a:rPr>
              <a:t>Hedef</a:t>
            </a:r>
            <a:r>
              <a:rPr lang="en-US" sz="1800" dirty="0">
                <a:solidFill>
                  <a:srgbClr val="DE2223"/>
                </a:solidFill>
                <a:latin typeface="Aileron Bold"/>
              </a:rPr>
              <a:t> </a:t>
            </a:r>
            <a:r>
              <a:rPr lang="en-US" sz="1800" dirty="0" err="1">
                <a:solidFill>
                  <a:srgbClr val="DE2223"/>
                </a:solidFill>
                <a:latin typeface="Aileron Bold"/>
              </a:rPr>
              <a:t>kitle</a:t>
            </a:r>
            <a:r>
              <a:rPr lang="en-US" sz="1800" dirty="0">
                <a:solidFill>
                  <a:srgbClr val="DE2223"/>
                </a:solidFill>
                <a:latin typeface="Aileron Bold"/>
              </a:rPr>
              <a:t> </a:t>
            </a:r>
            <a:r>
              <a:rPr lang="en-US" sz="1800" dirty="0" err="1">
                <a:solidFill>
                  <a:srgbClr val="DE2223"/>
                </a:solidFill>
                <a:latin typeface="Aileron Bold"/>
              </a:rPr>
              <a:t>geliştirilen</a:t>
            </a:r>
            <a:r>
              <a:rPr lang="en-US" sz="1800" dirty="0">
                <a:solidFill>
                  <a:srgbClr val="DE2223"/>
                </a:solidFill>
                <a:latin typeface="Aileron Bold"/>
              </a:rPr>
              <a:t> </a:t>
            </a:r>
            <a:r>
              <a:rPr lang="en-US" sz="1800" dirty="0" err="1">
                <a:solidFill>
                  <a:srgbClr val="DE2223"/>
                </a:solidFill>
                <a:latin typeface="Aileron Bold"/>
              </a:rPr>
              <a:t>projeye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yarışma</a:t>
            </a:r>
            <a:r>
              <a:rPr lang="en-US" sz="1800" dirty="0">
                <a:solidFill>
                  <a:srgbClr val="DE2223"/>
                </a:solidFill>
                <a:latin typeface="Aileron Bold"/>
              </a:rPr>
              <a:t> </a:t>
            </a:r>
            <a:r>
              <a:rPr lang="en-US" sz="1800" dirty="0" err="1">
                <a:solidFill>
                  <a:srgbClr val="DE2223"/>
                </a:solidFill>
                <a:latin typeface="Aileron Bold"/>
              </a:rPr>
              <a:t>kategorisinin</a:t>
            </a:r>
            <a:r>
              <a:rPr lang="en-US" sz="1800" dirty="0">
                <a:solidFill>
                  <a:srgbClr val="DE2223"/>
                </a:solidFill>
                <a:latin typeface="Aileron Bold"/>
              </a:rPr>
              <a:t> </a:t>
            </a:r>
            <a:r>
              <a:rPr lang="en-US" sz="1800" dirty="0" err="1">
                <a:solidFill>
                  <a:srgbClr val="DE2223"/>
                </a:solidFill>
                <a:latin typeface="Aileron Bold"/>
              </a:rPr>
              <a:t>konu</a:t>
            </a:r>
            <a:r>
              <a:rPr lang="en-US" sz="1800" dirty="0">
                <a:solidFill>
                  <a:srgbClr val="DE2223"/>
                </a:solidFill>
                <a:latin typeface="Aileron Bold"/>
              </a:rPr>
              <a:t> </a:t>
            </a:r>
            <a:r>
              <a:rPr lang="en-US" sz="1800" dirty="0" err="1">
                <a:solidFill>
                  <a:srgbClr val="DE2223"/>
                </a:solidFill>
                <a:latin typeface="Aileron Bold"/>
              </a:rPr>
              <a:t>kapsamına</a:t>
            </a:r>
            <a:r>
              <a:rPr lang="en-US" sz="1800" dirty="0">
                <a:solidFill>
                  <a:srgbClr val="DE2223"/>
                </a:solidFill>
                <a:latin typeface="Aileron Bold"/>
              </a:rPr>
              <a:t> </a:t>
            </a:r>
            <a:r>
              <a:rPr lang="en-US" sz="1800" dirty="0" err="1">
                <a:solidFill>
                  <a:srgbClr val="DE2223"/>
                </a:solidFill>
                <a:latin typeface="Aileron Bold"/>
              </a:rPr>
              <a:t>uygun</a:t>
            </a:r>
            <a:r>
              <a:rPr lang="en-US" sz="1800" dirty="0">
                <a:solidFill>
                  <a:srgbClr val="DE2223"/>
                </a:solidFill>
                <a:latin typeface="Aileron Bold"/>
              </a:rPr>
              <a:t> </a:t>
            </a:r>
            <a:r>
              <a:rPr lang="en-US" sz="1800" dirty="0" err="1">
                <a:solidFill>
                  <a:srgbClr val="DE2223"/>
                </a:solidFill>
                <a:latin typeface="Aileron Bold"/>
              </a:rPr>
              <a:t>olmalıdır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Hedef</a:t>
            </a:r>
            <a:r>
              <a:rPr lang="en-US" sz="1800" dirty="0">
                <a:solidFill>
                  <a:srgbClr val="DE2223"/>
                </a:solidFill>
                <a:latin typeface="Aileron Bold"/>
              </a:rPr>
              <a:t> </a:t>
            </a:r>
            <a:r>
              <a:rPr lang="en-US" sz="1800" dirty="0" err="1">
                <a:solidFill>
                  <a:srgbClr val="DE2223"/>
                </a:solidFill>
                <a:latin typeface="Aileron Bold"/>
              </a:rPr>
              <a:t>kitle</a:t>
            </a:r>
            <a:r>
              <a:rPr lang="en-US" sz="1800" dirty="0">
                <a:solidFill>
                  <a:srgbClr val="DE2223"/>
                </a:solidFill>
                <a:latin typeface="Aileron Bold"/>
              </a:rPr>
              <a:t> </a:t>
            </a:r>
            <a:r>
              <a:rPr lang="en-US" sz="1800" dirty="0" err="1">
                <a:solidFill>
                  <a:srgbClr val="DE2223"/>
                </a:solidFill>
                <a:latin typeface="Aileron Bold"/>
              </a:rPr>
              <a:t>özelleştirilmelidir</a:t>
            </a:r>
            <a:r>
              <a:rPr lang="en-US" sz="1800" dirty="0">
                <a:solidFill>
                  <a:srgbClr val="DE2223"/>
                </a:solidFill>
                <a:latin typeface="Aileron Bold"/>
              </a:rPr>
              <a:t>. </a:t>
            </a:r>
            <a:r>
              <a:rPr lang="en-US" sz="1800" dirty="0" err="1">
                <a:solidFill>
                  <a:srgbClr val="DE2223"/>
                </a:solidFill>
                <a:latin typeface="Aileron Bold"/>
              </a:rPr>
              <a:t>Genel</a:t>
            </a:r>
            <a:r>
              <a:rPr lang="en-US" sz="1800" dirty="0">
                <a:solidFill>
                  <a:srgbClr val="DE2223"/>
                </a:solidFill>
                <a:latin typeface="Aileron Bold"/>
              </a:rPr>
              <a:t> </a:t>
            </a:r>
            <a:r>
              <a:rPr lang="en-US" sz="1800" dirty="0" err="1">
                <a:solidFill>
                  <a:srgbClr val="DE2223"/>
                </a:solidFill>
                <a:latin typeface="Aileron Bold"/>
              </a:rPr>
              <a:t>ifadelere</a:t>
            </a:r>
            <a:r>
              <a:rPr lang="en-US" sz="1800" dirty="0">
                <a:solidFill>
                  <a:srgbClr val="DE2223"/>
                </a:solidFill>
                <a:latin typeface="Aileron Bold"/>
              </a:rPr>
              <a:t> </a:t>
            </a:r>
            <a:r>
              <a:rPr lang="en-US" sz="1800" dirty="0" err="1">
                <a:solidFill>
                  <a:srgbClr val="DE2223"/>
                </a:solidFill>
                <a:latin typeface="Aileron Bold"/>
              </a:rPr>
              <a:t>yer</a:t>
            </a:r>
            <a:r>
              <a:rPr lang="en-US" sz="1800" dirty="0">
                <a:solidFill>
                  <a:srgbClr val="DE2223"/>
                </a:solidFill>
                <a:latin typeface="Aileron Bold"/>
              </a:rPr>
              <a:t> </a:t>
            </a:r>
            <a:r>
              <a:rPr lang="en-US" sz="1800" dirty="0" err="1">
                <a:solidFill>
                  <a:srgbClr val="DE2223"/>
                </a:solidFill>
                <a:latin typeface="Aileron Bold"/>
              </a:rPr>
              <a:t>verilmemelidir</a:t>
            </a:r>
            <a:r>
              <a:rPr lang="en-US" sz="1800" dirty="0">
                <a:solidFill>
                  <a:srgbClr val="DE2223"/>
                </a:solidFill>
                <a:latin typeface="Aileron Bold"/>
              </a:rPr>
              <a:t>. (</a:t>
            </a:r>
            <a:r>
              <a:rPr lang="en-US" sz="1800" dirty="0" err="1">
                <a:solidFill>
                  <a:srgbClr val="DE2223"/>
                </a:solidFill>
                <a:latin typeface="Aileron Bold"/>
              </a:rPr>
              <a:t>Örn</a:t>
            </a:r>
            <a:r>
              <a:rPr lang="en-US" sz="1800" dirty="0">
                <a:solidFill>
                  <a:srgbClr val="DE2223"/>
                </a:solidFill>
                <a:latin typeface="Aileron Bold"/>
              </a:rPr>
              <a:t>: </a:t>
            </a:r>
            <a:r>
              <a:rPr lang="en-US" sz="1800" dirty="0" err="1">
                <a:solidFill>
                  <a:srgbClr val="DE2223"/>
                </a:solidFill>
                <a:latin typeface="Aileron Bold"/>
              </a:rPr>
              <a:t>Herkes</a:t>
            </a:r>
            <a:r>
              <a:rPr lang="en-US" sz="1800" dirty="0">
                <a:solidFill>
                  <a:srgbClr val="DE2223"/>
                </a:solidFill>
                <a:latin typeface="Aileron Bold"/>
              </a:rPr>
              <a:t>, </a:t>
            </a:r>
            <a:r>
              <a:rPr lang="en-US" sz="1800" dirty="0" err="1">
                <a:solidFill>
                  <a:srgbClr val="DE2223"/>
                </a:solidFill>
                <a:latin typeface="Aileron Bold"/>
              </a:rPr>
              <a:t>tüm</a:t>
            </a:r>
            <a:r>
              <a:rPr lang="en-US" sz="1800" dirty="0">
                <a:solidFill>
                  <a:srgbClr val="DE2223"/>
                </a:solidFill>
                <a:latin typeface="Aileron Bold"/>
              </a:rPr>
              <a:t> </a:t>
            </a:r>
            <a:r>
              <a:rPr lang="en-US" sz="1800" dirty="0" err="1">
                <a:solidFill>
                  <a:srgbClr val="DE2223"/>
                </a:solidFill>
                <a:latin typeface="Aileron Bold"/>
              </a:rPr>
              <a:t>insanlık</a:t>
            </a:r>
            <a:r>
              <a:rPr lang="en-US" sz="1800" dirty="0">
                <a:solidFill>
                  <a:srgbClr val="DE2223"/>
                </a:solidFill>
                <a:latin typeface="Aileron Bold"/>
              </a:rPr>
              <a:t>.. )</a:t>
            </a:r>
            <a:endParaRPr lang="tr-TR" sz="1800" dirty="0">
              <a:solidFill>
                <a:srgbClr val="DE2223"/>
              </a:solidFill>
              <a:latin typeface="Aileron Bold"/>
            </a:endParaRPr>
          </a:p>
          <a:p>
            <a:pPr marL="388620" lvl="1" indent="-194310" algn="l">
              <a:lnSpc>
                <a:spcPts val="2520"/>
              </a:lnSpc>
              <a:buFont typeface="Arial"/>
              <a:buChar char="•"/>
            </a:pPr>
            <a:endParaRPr lang="tr-TR" dirty="0">
              <a:solidFill>
                <a:srgbClr val="DE2223"/>
              </a:solidFill>
              <a:latin typeface="Aileron Bold"/>
            </a:endParaRPr>
          </a:p>
          <a:p>
            <a:pPr marL="194311" lvl="1">
              <a:lnSpc>
                <a:spcPts val="2520"/>
              </a:lnSpc>
            </a:pPr>
            <a:r>
              <a:rPr lang="tr-TR" dirty="0">
                <a:solidFill>
                  <a:srgbClr val="DE2223"/>
                </a:solidFill>
                <a:latin typeface="Aileron Bold"/>
              </a:rPr>
              <a:t>Sayfada görsellerden (tablolar, akış diyagramı , infografik vb.) yararlanabilirsiniz.</a:t>
            </a:r>
            <a:endParaRPr lang="en-US" sz="1800" dirty="0">
              <a:solidFill>
                <a:srgbClr val="DE2223"/>
              </a:solidFill>
              <a:latin typeface="Aileron Bold"/>
            </a:endParaRPr>
          </a:p>
          <a:p>
            <a:pPr marL="194310" lvl="1" algn="l">
              <a:lnSpc>
                <a:spcPts val="2520"/>
              </a:lnSpc>
            </a:pPr>
            <a:endParaRPr lang="en-US" sz="1800" dirty="0">
              <a:solidFill>
                <a:srgbClr val="DE2223"/>
              </a:solidFill>
              <a:latin typeface="Aileron Bold"/>
            </a:endParaRPr>
          </a:p>
          <a:p>
            <a:pPr algn="l">
              <a:lnSpc>
                <a:spcPts val="4759"/>
              </a:lnSpc>
            </a:pPr>
            <a:endParaRPr lang="en-US" sz="1800" dirty="0">
              <a:solidFill>
                <a:srgbClr val="DE2223"/>
              </a:solidFill>
              <a:latin typeface="Aileron Bold"/>
            </a:endParaRPr>
          </a:p>
        </p:txBody>
      </p:sp>
      <p:sp>
        <p:nvSpPr>
          <p:cNvPr id="81" name="Freeform 96">
            <a:extLst>
              <a:ext uri="{FF2B5EF4-FFF2-40B4-BE49-F238E27FC236}">
                <a16:creationId xmlns:a16="http://schemas.microsoft.com/office/drawing/2014/main" id="{FD278FD0-9E6A-A221-C318-CD90008D57F1}"/>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2" name="AutoShape 20">
            <a:extLst>
              <a:ext uri="{FF2B5EF4-FFF2-40B4-BE49-F238E27FC236}">
                <a16:creationId xmlns:a16="http://schemas.microsoft.com/office/drawing/2014/main" id="{446E7CB8-C98A-DB5D-7562-4DEEFD218517}"/>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11" name="Freeform 97">
            <a:extLst>
              <a:ext uri="{FF2B5EF4-FFF2-40B4-BE49-F238E27FC236}">
                <a16:creationId xmlns:a16="http://schemas.microsoft.com/office/drawing/2014/main" id="{B61B425F-0539-C61A-DB0D-CB7B557463CE}"/>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2" name="Freeform 96">
            <a:extLst>
              <a:ext uri="{FF2B5EF4-FFF2-40B4-BE49-F238E27FC236}">
                <a16:creationId xmlns:a16="http://schemas.microsoft.com/office/drawing/2014/main" id="{D342D12D-C6A8-892B-FA97-BF8D38113F60}"/>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 name="Freeform 96">
            <a:extLst>
              <a:ext uri="{FF2B5EF4-FFF2-40B4-BE49-F238E27FC236}">
                <a16:creationId xmlns:a16="http://schemas.microsoft.com/office/drawing/2014/main" id="{766FCE43-E965-AA1F-497D-92C5CA5E18AF}"/>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2B80949E-993A-20E3-A66F-FB769C515C24}"/>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20" name="TextBox 35">
            <a:extLst>
              <a:ext uri="{FF2B5EF4-FFF2-40B4-BE49-F238E27FC236}">
                <a16:creationId xmlns:a16="http://schemas.microsoft.com/office/drawing/2014/main" id="{26C930C4-46DC-8011-C4E4-FA330550A18D}"/>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1" name="TextBox 36">
            <a:extLst>
              <a:ext uri="{FF2B5EF4-FFF2-40B4-BE49-F238E27FC236}">
                <a16:creationId xmlns:a16="http://schemas.microsoft.com/office/drawing/2014/main" id="{31F46CAC-D355-DC4A-0F9B-948252ECBA32}"/>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2" name="TextBox 37">
            <a:extLst>
              <a:ext uri="{FF2B5EF4-FFF2-40B4-BE49-F238E27FC236}">
                <a16:creationId xmlns:a16="http://schemas.microsoft.com/office/drawing/2014/main" id="{6A5DFFAB-7543-A3E9-A490-06975124332B}"/>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3" name="TextBox 38">
            <a:extLst>
              <a:ext uri="{FF2B5EF4-FFF2-40B4-BE49-F238E27FC236}">
                <a16:creationId xmlns:a16="http://schemas.microsoft.com/office/drawing/2014/main" id="{95F99A29-5406-E1C5-8250-E94775B0DADA}"/>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4" name="TextBox 39">
            <a:extLst>
              <a:ext uri="{FF2B5EF4-FFF2-40B4-BE49-F238E27FC236}">
                <a16:creationId xmlns:a16="http://schemas.microsoft.com/office/drawing/2014/main" id="{DB38005E-A832-366E-9B37-2C2DD33CC4E5}"/>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5" name="Freeform 45">
            <a:extLst>
              <a:ext uri="{FF2B5EF4-FFF2-40B4-BE49-F238E27FC236}">
                <a16:creationId xmlns:a16="http://schemas.microsoft.com/office/drawing/2014/main" id="{CD58358F-6E21-E330-DFD4-4F8E8C9F41E3}"/>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6" name="Freeform 47">
            <a:extLst>
              <a:ext uri="{FF2B5EF4-FFF2-40B4-BE49-F238E27FC236}">
                <a16:creationId xmlns:a16="http://schemas.microsoft.com/office/drawing/2014/main" id="{CC11BD2B-7E8E-61AD-7D63-C613411B5F79}"/>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7" name="Freeform 22">
            <a:extLst>
              <a:ext uri="{FF2B5EF4-FFF2-40B4-BE49-F238E27FC236}">
                <a16:creationId xmlns:a16="http://schemas.microsoft.com/office/drawing/2014/main" id="{F3DD56B2-A453-599D-1A8D-E6E5F064F666}"/>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8" name="Freeform 44">
            <a:extLst>
              <a:ext uri="{FF2B5EF4-FFF2-40B4-BE49-F238E27FC236}">
                <a16:creationId xmlns:a16="http://schemas.microsoft.com/office/drawing/2014/main" id="{2A4627B2-D2A6-D80D-E990-979D82A8BAD9}"/>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29" name="TextBox 38">
            <a:extLst>
              <a:ext uri="{FF2B5EF4-FFF2-40B4-BE49-F238E27FC236}">
                <a16:creationId xmlns:a16="http://schemas.microsoft.com/office/drawing/2014/main" id="{CAFF577A-6414-EE8C-FE54-EFA9F1DBE128}"/>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30" name="Freeform 44">
            <a:extLst>
              <a:ext uri="{FF2B5EF4-FFF2-40B4-BE49-F238E27FC236}">
                <a16:creationId xmlns:a16="http://schemas.microsoft.com/office/drawing/2014/main" id="{3C31DE09-1CE7-7F8F-0405-8B6F64212A14}"/>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1" name="TextBox 39">
            <a:extLst>
              <a:ext uri="{FF2B5EF4-FFF2-40B4-BE49-F238E27FC236}">
                <a16:creationId xmlns:a16="http://schemas.microsoft.com/office/drawing/2014/main" id="{348FE5F2-0C03-4452-2B59-65AA178F3F79}"/>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2" name="AutoShape 20">
            <a:extLst>
              <a:ext uri="{FF2B5EF4-FFF2-40B4-BE49-F238E27FC236}">
                <a16:creationId xmlns:a16="http://schemas.microsoft.com/office/drawing/2014/main" id="{F7D18563-FA34-A604-BFC5-085A9079B4A2}"/>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3" name="Freeform 21">
            <a:extLst>
              <a:ext uri="{FF2B5EF4-FFF2-40B4-BE49-F238E27FC236}">
                <a16:creationId xmlns:a16="http://schemas.microsoft.com/office/drawing/2014/main" id="{E584DFA3-9B70-D1E7-B63E-66F620857F68}"/>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4" name="TextBox 40">
            <a:extLst>
              <a:ext uri="{FF2B5EF4-FFF2-40B4-BE49-F238E27FC236}">
                <a16:creationId xmlns:a16="http://schemas.microsoft.com/office/drawing/2014/main" id="{8244DB2A-E038-5921-035A-8C836EF5D399}"/>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5" name="TextBox 42">
            <a:extLst>
              <a:ext uri="{FF2B5EF4-FFF2-40B4-BE49-F238E27FC236}">
                <a16:creationId xmlns:a16="http://schemas.microsoft.com/office/drawing/2014/main" id="{7DBAC804-15CD-3A2E-1A84-FBAC0FCE4604}"/>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36" name="Freeform 21">
            <a:extLst>
              <a:ext uri="{FF2B5EF4-FFF2-40B4-BE49-F238E27FC236}">
                <a16:creationId xmlns:a16="http://schemas.microsoft.com/office/drawing/2014/main" id="{08DAC2D5-67E3-E377-7519-E89F09F4ED8C}"/>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7" name="Freeform 22">
            <a:extLst>
              <a:ext uri="{FF2B5EF4-FFF2-40B4-BE49-F238E27FC236}">
                <a16:creationId xmlns:a16="http://schemas.microsoft.com/office/drawing/2014/main" id="{428778E6-8B56-0312-C735-900C45F90832}"/>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8" name="Freeform 21">
            <a:extLst>
              <a:ext uri="{FF2B5EF4-FFF2-40B4-BE49-F238E27FC236}">
                <a16:creationId xmlns:a16="http://schemas.microsoft.com/office/drawing/2014/main" id="{A28464D7-3F61-EF4A-1212-DF96930B3483}"/>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9" name="Freeform 22">
            <a:extLst>
              <a:ext uri="{FF2B5EF4-FFF2-40B4-BE49-F238E27FC236}">
                <a16:creationId xmlns:a16="http://schemas.microsoft.com/office/drawing/2014/main" id="{496DF498-E727-A999-1E0A-5C30FA9A98F2}"/>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0" name="Freeform 21">
            <a:extLst>
              <a:ext uri="{FF2B5EF4-FFF2-40B4-BE49-F238E27FC236}">
                <a16:creationId xmlns:a16="http://schemas.microsoft.com/office/drawing/2014/main" id="{5CC739F9-0FB9-D9EF-DF44-5BE1AEDAD999}"/>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1FC307F7-E544-B5EE-8D2E-2D1CECCFC489}"/>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60C6711A-2015-DCE2-2122-5DDAC3E2B255}"/>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6D5A3A01-6468-DEB0-05D8-6116254B2659}"/>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D2A173CD-F4B1-8002-343E-F1C32BA153F9}"/>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803AD47E-E5C7-0951-5020-363E09D3D265}"/>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A1380592-C9A1-D61E-4A0C-B0712404F5C1}"/>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6919105A-F2E3-6EA0-B26D-20FDE30551ED}"/>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A5F46AD6-3B17-6A5C-B684-B0C8CD5C0828}"/>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89FC5D1A-2B40-AF93-26AA-84BB18A0E0DF}"/>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1C23ED8C-CE0B-BCA7-8F5B-96B15C287044}"/>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49D72A24-673C-12F1-41AD-FBE74A4B4A8C}"/>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4EC607C1-7DE3-AFCF-BE4A-0A8275BC32D6}"/>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4" name="Freeform 22">
            <a:extLst>
              <a:ext uri="{FF2B5EF4-FFF2-40B4-BE49-F238E27FC236}">
                <a16:creationId xmlns:a16="http://schemas.microsoft.com/office/drawing/2014/main" id="{8DF3C032-6271-F8E6-0FDB-BFE70F299013}"/>
              </a:ext>
            </a:extLst>
          </p:cNvPr>
          <p:cNvSpPr/>
          <p:nvPr/>
        </p:nvSpPr>
        <p:spPr>
          <a:xfrm>
            <a:off x="17621729" y="490774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47591CC0-973C-38C6-B9AA-81D5D627D8A5}"/>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6" name="Freeform 22">
            <a:extLst>
              <a:ext uri="{FF2B5EF4-FFF2-40B4-BE49-F238E27FC236}">
                <a16:creationId xmlns:a16="http://schemas.microsoft.com/office/drawing/2014/main" id="{546303BE-9FFD-F98B-AC7D-4FE98188C913}"/>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7" name="TextBox 34">
            <a:extLst>
              <a:ext uri="{FF2B5EF4-FFF2-40B4-BE49-F238E27FC236}">
                <a16:creationId xmlns:a16="http://schemas.microsoft.com/office/drawing/2014/main" id="{3DC0FE46-F1F3-20CC-C63A-5CA98285A647}"/>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58" name="Freeform 97">
            <a:extLst>
              <a:ext uri="{FF2B5EF4-FFF2-40B4-BE49-F238E27FC236}">
                <a16:creationId xmlns:a16="http://schemas.microsoft.com/office/drawing/2014/main" id="{587CC3E2-3FCA-C555-9525-303C3CD90621}"/>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3" name="Freeform 97">
            <a:extLst>
              <a:ext uri="{FF2B5EF4-FFF2-40B4-BE49-F238E27FC236}">
                <a16:creationId xmlns:a16="http://schemas.microsoft.com/office/drawing/2014/main" id="{564D2D3C-1400-5B83-556F-9729F425C2F9}"/>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59" name="TextBox 114">
            <a:extLst>
              <a:ext uri="{FF2B5EF4-FFF2-40B4-BE49-F238E27FC236}">
                <a16:creationId xmlns:a16="http://schemas.microsoft.com/office/drawing/2014/main" id="{2A1A1FD6-553F-0490-E61C-A0F2A2F120FA}"/>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6C7AF-D750-4F87-30B4-7413F984589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320B4A-3E92-AEE3-CCB0-55107495F8A3}"/>
              </a:ext>
            </a:extLst>
          </p:cNvPr>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a:extLst>
              <a:ext uri="{FF2B5EF4-FFF2-40B4-BE49-F238E27FC236}">
                <a16:creationId xmlns:a16="http://schemas.microsoft.com/office/drawing/2014/main" id="{E6142B31-5C22-1A12-CDBD-688A30BD96A2}"/>
              </a:ext>
            </a:extLst>
          </p:cNvPr>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a:extLst>
              <a:ext uri="{FF2B5EF4-FFF2-40B4-BE49-F238E27FC236}">
                <a16:creationId xmlns:a16="http://schemas.microsoft.com/office/drawing/2014/main" id="{4460198C-91FA-97BE-C005-B1851C27F0EB}"/>
              </a:ext>
            </a:extLst>
          </p:cNvPr>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a:extLst>
              <a:ext uri="{FF2B5EF4-FFF2-40B4-BE49-F238E27FC236}">
                <a16:creationId xmlns:a16="http://schemas.microsoft.com/office/drawing/2014/main" id="{B022C2E1-E912-B87A-F52D-3B40FCD8C108}"/>
              </a:ext>
            </a:extLst>
          </p:cNvPr>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a:extLst>
              <a:ext uri="{FF2B5EF4-FFF2-40B4-BE49-F238E27FC236}">
                <a16:creationId xmlns:a16="http://schemas.microsoft.com/office/drawing/2014/main" id="{8DB38A17-A9B2-803E-1215-B57EF75FEA0F}"/>
              </a:ext>
            </a:extLst>
          </p:cNvPr>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a:extLst>
              <a:ext uri="{FF2B5EF4-FFF2-40B4-BE49-F238E27FC236}">
                <a16:creationId xmlns:a16="http://schemas.microsoft.com/office/drawing/2014/main" id="{EB59A992-039A-45AC-9C98-58092E51C9F1}"/>
              </a:ext>
            </a:extLst>
          </p:cNvPr>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a:extLst>
              <a:ext uri="{FF2B5EF4-FFF2-40B4-BE49-F238E27FC236}">
                <a16:creationId xmlns:a16="http://schemas.microsoft.com/office/drawing/2014/main" id="{68084B90-BDA7-487C-372E-926AB3B9A4C0}"/>
              </a:ext>
            </a:extLst>
          </p:cNvPr>
          <p:cNvSpPr txBox="1">
            <a:spLocks noGrp="1" noRot="1" noMove="1" noResize="1" noEditPoints="1" noAdjustHandles="1" noChangeArrowheads="1" noChangeShapeType="1"/>
          </p:cNvSpPr>
          <p:nvPr/>
        </p:nvSpPr>
        <p:spPr>
          <a:xfrm>
            <a:off x="3814152" y="315724"/>
            <a:ext cx="10715094" cy="820738"/>
          </a:xfrm>
          <a:prstGeom prst="rect">
            <a:avLst/>
          </a:prstGeom>
        </p:spPr>
        <p:txBody>
          <a:bodyPr lIns="0" tIns="0" rIns="0" bIns="0" rtlCol="0" anchor="t">
            <a:spAutoFit/>
          </a:bodyPr>
          <a:lstStyle/>
          <a:p>
            <a:pPr algn="ctr">
              <a:lnSpc>
                <a:spcPts val="6399"/>
              </a:lnSpc>
              <a:spcBef>
                <a:spcPct val="0"/>
              </a:spcBef>
            </a:pPr>
            <a:r>
              <a:rPr lang="tr-TR" sz="6399" dirty="0">
                <a:solidFill>
                  <a:srgbClr val="1A426A"/>
                </a:solidFill>
                <a:latin typeface="Active Heart"/>
              </a:rPr>
              <a:t>PROJE TAKVİMİ</a:t>
            </a:r>
            <a:endParaRPr lang="en-US" sz="6399" dirty="0">
              <a:solidFill>
                <a:srgbClr val="1A426A"/>
              </a:solidFill>
              <a:latin typeface="Active Heart"/>
            </a:endParaRPr>
          </a:p>
        </p:txBody>
      </p:sp>
      <p:sp>
        <p:nvSpPr>
          <p:cNvPr id="10" name="TextBox 10">
            <a:extLst>
              <a:ext uri="{FF2B5EF4-FFF2-40B4-BE49-F238E27FC236}">
                <a16:creationId xmlns:a16="http://schemas.microsoft.com/office/drawing/2014/main" id="{73BBEA75-7933-1A74-045F-5AB1E997F76E}"/>
              </a:ext>
            </a:extLst>
          </p:cNvPr>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TextBox 11">
            <a:extLst>
              <a:ext uri="{FF2B5EF4-FFF2-40B4-BE49-F238E27FC236}">
                <a16:creationId xmlns:a16="http://schemas.microsoft.com/office/drawing/2014/main" id="{B851F604-DE73-0B5F-B469-3121C8B10C80}"/>
              </a:ext>
            </a:extLst>
          </p:cNvPr>
          <p:cNvSpPr txBox="1">
            <a:spLocks/>
          </p:cNvSpPr>
          <p:nvPr/>
        </p:nvSpPr>
        <p:spPr>
          <a:xfrm>
            <a:off x="17762851" y="9607673"/>
            <a:ext cx="369651" cy="519822"/>
          </a:xfrm>
          <a:prstGeom prst="rect">
            <a:avLst/>
          </a:prstGeom>
        </p:spPr>
        <p:txBody>
          <a:bodyPr wrap="square" lIns="0" tIns="0" rIns="0" bIns="0" rtlCol="0" anchor="t">
            <a:spAutoFit/>
          </a:bodyPr>
          <a:lstStyle/>
          <a:p>
            <a:pPr algn="ctr">
              <a:lnSpc>
                <a:spcPts val="4759"/>
              </a:lnSpc>
            </a:pPr>
            <a:r>
              <a:rPr lang="tr-TR" sz="3399" dirty="0">
                <a:solidFill>
                  <a:srgbClr val="1A426A"/>
                </a:solidFill>
                <a:latin typeface="Active Heart"/>
              </a:rPr>
              <a:t>10</a:t>
            </a:r>
            <a:endParaRPr lang="en-US" sz="3399" dirty="0">
              <a:solidFill>
                <a:srgbClr val="1A426A"/>
              </a:solidFill>
              <a:latin typeface="Active Heart"/>
            </a:endParaRPr>
          </a:p>
        </p:txBody>
      </p:sp>
      <p:sp>
        <p:nvSpPr>
          <p:cNvPr id="12" name="Freeform 12">
            <a:extLst>
              <a:ext uri="{FF2B5EF4-FFF2-40B4-BE49-F238E27FC236}">
                <a16:creationId xmlns:a16="http://schemas.microsoft.com/office/drawing/2014/main" id="{B1C54D32-F794-AC3D-BE3D-00056C9E731A}"/>
              </a:ext>
            </a:extLst>
          </p:cNvPr>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 name="Freeform 13">
            <a:extLst>
              <a:ext uri="{FF2B5EF4-FFF2-40B4-BE49-F238E27FC236}">
                <a16:creationId xmlns:a16="http://schemas.microsoft.com/office/drawing/2014/main" id="{261D26CD-1B12-8E16-B1E8-70F9D53B9DB9}"/>
              </a:ext>
            </a:extLst>
          </p:cNvPr>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4" name="Freeform 14">
            <a:extLst>
              <a:ext uri="{FF2B5EF4-FFF2-40B4-BE49-F238E27FC236}">
                <a16:creationId xmlns:a16="http://schemas.microsoft.com/office/drawing/2014/main" id="{9B7F9674-2694-EBFD-85BE-33C8E6C172D2}"/>
              </a:ext>
            </a:extLst>
          </p:cNvPr>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5" name="Freeform 15">
            <a:extLst>
              <a:ext uri="{FF2B5EF4-FFF2-40B4-BE49-F238E27FC236}">
                <a16:creationId xmlns:a16="http://schemas.microsoft.com/office/drawing/2014/main" id="{FEBCCB52-2AEA-87F4-7EAB-8B7D0A96834C}"/>
              </a:ext>
            </a:extLst>
          </p:cNvPr>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6" name="Freeform 16">
            <a:extLst>
              <a:ext uri="{FF2B5EF4-FFF2-40B4-BE49-F238E27FC236}">
                <a16:creationId xmlns:a16="http://schemas.microsoft.com/office/drawing/2014/main" id="{E1335323-8549-F193-A3DE-81EF2E8D24B4}"/>
              </a:ext>
            </a:extLst>
          </p:cNvPr>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7" name="TextBox 17">
            <a:extLst>
              <a:ext uri="{FF2B5EF4-FFF2-40B4-BE49-F238E27FC236}">
                <a16:creationId xmlns:a16="http://schemas.microsoft.com/office/drawing/2014/main" id="{97D4CA8D-D4EE-705D-F7EF-9C3B7B6422A7}"/>
              </a:ext>
            </a:extLst>
          </p:cNvPr>
          <p:cNvSpPr txBox="1">
            <a:spLocks noGrp="1" noRot="1" noMove="1" noResize="1" noEditPoints="1" noAdjustHandles="1" noChangeArrowheads="1" noChangeShapeType="1"/>
          </p:cNvSpPr>
          <p:nvPr/>
        </p:nvSpPr>
        <p:spPr>
          <a:xfrm>
            <a:off x="753578" y="9834486"/>
            <a:ext cx="206582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graphicFrame>
        <p:nvGraphicFramePr>
          <p:cNvPr id="19" name="Tablo 18">
            <a:extLst>
              <a:ext uri="{FF2B5EF4-FFF2-40B4-BE49-F238E27FC236}">
                <a16:creationId xmlns:a16="http://schemas.microsoft.com/office/drawing/2014/main" id="{E9112312-4062-A36B-E799-9C7711FECE93}"/>
              </a:ext>
            </a:extLst>
          </p:cNvPr>
          <p:cNvGraphicFramePr>
            <a:graphicFrameLocks noGrp="1"/>
          </p:cNvGraphicFramePr>
          <p:nvPr>
            <p:extLst>
              <p:ext uri="{D42A27DB-BD31-4B8C-83A1-F6EECF244321}">
                <p14:modId xmlns:p14="http://schemas.microsoft.com/office/powerpoint/2010/main" val="3736258502"/>
              </p:ext>
            </p:extLst>
          </p:nvPr>
        </p:nvGraphicFramePr>
        <p:xfrm>
          <a:off x="1903779" y="1740851"/>
          <a:ext cx="13194263" cy="3450290"/>
        </p:xfrm>
        <a:graphic>
          <a:graphicData uri="http://schemas.openxmlformats.org/drawingml/2006/table">
            <a:tbl>
              <a:tblPr firstRow="1" firstCol="1" bandRow="1">
                <a:tableStyleId>{5C22544A-7EE6-4342-B048-85BDC9FD1C3A}</a:tableStyleId>
              </a:tblPr>
              <a:tblGrid>
                <a:gridCol w="1419904">
                  <a:extLst>
                    <a:ext uri="{9D8B030D-6E8A-4147-A177-3AD203B41FA5}">
                      <a16:colId xmlns:a16="http://schemas.microsoft.com/office/drawing/2014/main" val="3651232533"/>
                    </a:ext>
                  </a:extLst>
                </a:gridCol>
                <a:gridCol w="3480614">
                  <a:extLst>
                    <a:ext uri="{9D8B030D-6E8A-4147-A177-3AD203B41FA5}">
                      <a16:colId xmlns:a16="http://schemas.microsoft.com/office/drawing/2014/main" val="286275402"/>
                    </a:ext>
                  </a:extLst>
                </a:gridCol>
                <a:gridCol w="3451480">
                  <a:extLst>
                    <a:ext uri="{9D8B030D-6E8A-4147-A177-3AD203B41FA5}">
                      <a16:colId xmlns:a16="http://schemas.microsoft.com/office/drawing/2014/main" val="1308968788"/>
                    </a:ext>
                  </a:extLst>
                </a:gridCol>
                <a:gridCol w="2392734">
                  <a:extLst>
                    <a:ext uri="{9D8B030D-6E8A-4147-A177-3AD203B41FA5}">
                      <a16:colId xmlns:a16="http://schemas.microsoft.com/office/drawing/2014/main" val="3301012220"/>
                    </a:ext>
                  </a:extLst>
                </a:gridCol>
                <a:gridCol w="2449531">
                  <a:extLst>
                    <a:ext uri="{9D8B030D-6E8A-4147-A177-3AD203B41FA5}">
                      <a16:colId xmlns:a16="http://schemas.microsoft.com/office/drawing/2014/main" val="642288747"/>
                    </a:ext>
                  </a:extLst>
                </a:gridCol>
              </a:tblGrid>
              <a:tr h="819116">
                <a:tc>
                  <a:txBody>
                    <a:bodyPr/>
                    <a:lstStyle/>
                    <a:p>
                      <a:pPr algn="ctr">
                        <a:lnSpc>
                          <a:spcPct val="107000"/>
                        </a:lnSpc>
                        <a:spcAft>
                          <a:spcPts val="800"/>
                        </a:spcAft>
                      </a:pPr>
                      <a:r>
                        <a:rPr lang="tr-TR" sz="1800" kern="100" dirty="0">
                          <a:effectLst/>
                        </a:rPr>
                        <a:t>İş Paketi No</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İŞ PAKETİ ADI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ALT FAALİYETLER</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BAŞLANGIÇ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BİTİŞ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extLst>
                  <a:ext uri="{0D108BD9-81ED-4DB2-BD59-A6C34878D82A}">
                    <a16:rowId xmlns:a16="http://schemas.microsoft.com/office/drawing/2014/main" val="40059261"/>
                  </a:ext>
                </a:extLst>
              </a:tr>
              <a:tr h="375882">
                <a:tc>
                  <a:txBody>
                    <a:bodyPr/>
                    <a:lstStyle/>
                    <a:p>
                      <a:pPr algn="ctr">
                        <a:lnSpc>
                          <a:spcPct val="107000"/>
                        </a:lnSpc>
                        <a:spcAft>
                          <a:spcPts val="800"/>
                        </a:spcAft>
                      </a:pPr>
                      <a:r>
                        <a:rPr lang="tr-TR" sz="1800" kern="100" dirty="0">
                          <a:effectLst/>
                        </a:rPr>
                        <a:t>1</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403083039"/>
                  </a:ext>
                </a:extLst>
              </a:tr>
              <a:tr h="375882">
                <a:tc>
                  <a:txBody>
                    <a:bodyPr/>
                    <a:lstStyle/>
                    <a:p>
                      <a:pPr algn="ctr">
                        <a:lnSpc>
                          <a:spcPct val="107000"/>
                        </a:lnSpc>
                        <a:spcAft>
                          <a:spcPts val="800"/>
                        </a:spcAft>
                      </a:pPr>
                      <a:r>
                        <a:rPr lang="tr-TR" sz="1800" kern="100" dirty="0">
                          <a:effectLst/>
                        </a:rPr>
                        <a:t>2</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8245559"/>
                  </a:ext>
                </a:extLst>
              </a:tr>
              <a:tr h="375882">
                <a:tc>
                  <a:txBody>
                    <a:bodyPr/>
                    <a:lstStyle/>
                    <a:p>
                      <a:pPr algn="ctr">
                        <a:lnSpc>
                          <a:spcPct val="107000"/>
                        </a:lnSpc>
                        <a:spcAft>
                          <a:spcPts val="800"/>
                        </a:spcAft>
                      </a:pPr>
                      <a:r>
                        <a:rPr lang="tr-TR" sz="1800" kern="100" dirty="0">
                          <a:effectLst/>
                        </a:rPr>
                        <a:t>3</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889250296"/>
                  </a:ext>
                </a:extLst>
              </a:tr>
              <a:tr h="375882">
                <a:tc>
                  <a:txBody>
                    <a:bodyPr/>
                    <a:lstStyle/>
                    <a:p>
                      <a:pPr algn="ctr">
                        <a:lnSpc>
                          <a:spcPct val="107000"/>
                        </a:lnSpc>
                        <a:spcAft>
                          <a:spcPts val="800"/>
                        </a:spcAft>
                      </a:pPr>
                      <a:r>
                        <a:rPr lang="tr-TR" sz="1800" kern="100" dirty="0">
                          <a:effectLst/>
                        </a:rPr>
                        <a:t>4</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101133"/>
                  </a:ext>
                </a:extLst>
              </a:tr>
              <a:tr h="375882">
                <a:tc>
                  <a:txBody>
                    <a:bodyPr/>
                    <a:lstStyle/>
                    <a:p>
                      <a:pPr algn="ctr">
                        <a:lnSpc>
                          <a:spcPct val="107000"/>
                        </a:lnSpc>
                        <a:spcAft>
                          <a:spcPts val="800"/>
                        </a:spcAft>
                      </a:pPr>
                      <a:r>
                        <a:rPr lang="tr-TR" sz="1800" kern="100" dirty="0">
                          <a:effectLst/>
                        </a:rPr>
                        <a:t>5</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159154711"/>
                  </a:ext>
                </a:extLst>
              </a:tr>
              <a:tr h="375882">
                <a:tc>
                  <a:txBody>
                    <a:bodyPr/>
                    <a:lstStyle/>
                    <a:p>
                      <a:pPr algn="ctr">
                        <a:lnSpc>
                          <a:spcPct val="107000"/>
                        </a:lnSpc>
                        <a:spcAft>
                          <a:spcPts val="800"/>
                        </a:spcAft>
                      </a:pPr>
                      <a:r>
                        <a:rPr lang="tr-TR" sz="1800" kern="100" dirty="0">
                          <a:effectLst/>
                        </a:rPr>
                        <a:t>6</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9381981"/>
                  </a:ext>
                </a:extLst>
              </a:tr>
              <a:tr h="375882">
                <a:tc>
                  <a:txBody>
                    <a:bodyPr/>
                    <a:lstStyle/>
                    <a:p>
                      <a:pPr algn="ctr">
                        <a:lnSpc>
                          <a:spcPct val="107000"/>
                        </a:lnSpc>
                        <a:spcAft>
                          <a:spcPts val="800"/>
                        </a:spcAft>
                      </a:pPr>
                      <a:r>
                        <a:rPr lang="tr-TR" sz="1800" kern="100" dirty="0">
                          <a:effectLst/>
                        </a:rPr>
                        <a:t>7</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602613127"/>
                  </a:ext>
                </a:extLst>
              </a:tr>
            </a:tbl>
          </a:graphicData>
        </a:graphic>
      </p:graphicFrame>
      <p:sp>
        <p:nvSpPr>
          <p:cNvPr id="21" name="Metin kutusu 20">
            <a:extLst>
              <a:ext uri="{FF2B5EF4-FFF2-40B4-BE49-F238E27FC236}">
                <a16:creationId xmlns:a16="http://schemas.microsoft.com/office/drawing/2014/main" id="{64426DD4-8414-C085-0C43-11AFBA83F7FF}"/>
              </a:ext>
            </a:extLst>
          </p:cNvPr>
          <p:cNvSpPr txBox="1"/>
          <p:nvPr/>
        </p:nvSpPr>
        <p:spPr>
          <a:xfrm>
            <a:off x="1509729" y="5723034"/>
            <a:ext cx="12886166" cy="923330"/>
          </a:xfrm>
          <a:prstGeom prst="rect">
            <a:avLst/>
          </a:prstGeom>
          <a:noFill/>
        </p:spPr>
        <p:txBody>
          <a:bodyPr wrap="square">
            <a:spAutoFit/>
          </a:bodyPr>
          <a:lstStyle/>
          <a:p>
            <a:r>
              <a:rPr lang="tr-TR" sz="1800" dirty="0">
                <a:solidFill>
                  <a:srgbClr val="EE0000"/>
                </a:solidFill>
                <a:effectLst/>
                <a:latin typeface="Arial" panose="020B0604020202020204" pitchFamily="34" charset="0"/>
                <a:ea typeface="Aptos" panose="020B0004020202020204" pitchFamily="34" charset="0"/>
              </a:rPr>
              <a:t>Proje kapsamında iş paketleri alt faaliyetleri ile birlikte detaylı, açık belirlenmiş ve gerçekçi olmalıdır. Görsel açıdan anlaşılır ve düzenli bir tablo kullanılmalıdır, örnek tablo yukarıda yer almaktadır. Paylaşılacak bilgiler yalnızca iş paketi detaylarına ve proje içeriğine odaklanmalı ve gerçekçi olmalıdır. </a:t>
            </a:r>
            <a:endParaRPr lang="tr-TR" dirty="0">
              <a:solidFill>
                <a:srgbClr val="EE0000"/>
              </a:solidFill>
            </a:endParaRPr>
          </a:p>
        </p:txBody>
      </p:sp>
      <p:sp>
        <p:nvSpPr>
          <p:cNvPr id="23" name="Metin kutusu 22">
            <a:extLst>
              <a:ext uri="{FF2B5EF4-FFF2-40B4-BE49-F238E27FC236}">
                <a16:creationId xmlns:a16="http://schemas.microsoft.com/office/drawing/2014/main" id="{2A0C47AA-AAB3-0EC6-9976-D96B0629C537}"/>
              </a:ext>
            </a:extLst>
          </p:cNvPr>
          <p:cNvSpPr txBox="1"/>
          <p:nvPr/>
        </p:nvSpPr>
        <p:spPr>
          <a:xfrm>
            <a:off x="1471059" y="6812851"/>
            <a:ext cx="12886166" cy="1766702"/>
          </a:xfrm>
          <a:prstGeom prst="rect">
            <a:avLst/>
          </a:prstGeom>
          <a:noFill/>
        </p:spPr>
        <p:txBody>
          <a:bodyPr wrap="square">
            <a:spAutoFit/>
          </a:bodyPr>
          <a:lstStyle/>
          <a:p>
            <a:pPr algn="just">
              <a:lnSpc>
                <a:spcPct val="107000"/>
              </a:lnSpc>
              <a:spcAft>
                <a:spcPts val="800"/>
              </a:spcAft>
            </a:pP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Tabloda yer alan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ve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faaliyetlerin </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tanımı;</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Bir projede belirli bir hedefe ulaşmak için yapılan, tamamlandığında net bir sonuç ortaya koyan ve genellikle belirli bir zaman, bütçe ve kaynakla sınırlı olan bağımsız bir görevler grubudur.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İş paketine bağlı daha küçük, daha detaylı görevler veya aktiviteler olarak tanımlanır. Alt faaliyetler, iş paketini tamamlamak için gereken adımların alt kırılımlarıdır ve genellikle daha kısa süreli ve daha spesifik görevlerdir.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83" name="Freeform 96">
            <a:extLst>
              <a:ext uri="{FF2B5EF4-FFF2-40B4-BE49-F238E27FC236}">
                <a16:creationId xmlns:a16="http://schemas.microsoft.com/office/drawing/2014/main" id="{48138D92-E274-1C02-8A35-0A883320DEB9}"/>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84" name="AutoShape 20">
            <a:extLst>
              <a:ext uri="{FF2B5EF4-FFF2-40B4-BE49-F238E27FC236}">
                <a16:creationId xmlns:a16="http://schemas.microsoft.com/office/drawing/2014/main" id="{576FEBB8-7123-575C-93B0-2F7ED214237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13" name="Freeform 97">
            <a:extLst>
              <a:ext uri="{FF2B5EF4-FFF2-40B4-BE49-F238E27FC236}">
                <a16:creationId xmlns:a16="http://schemas.microsoft.com/office/drawing/2014/main" id="{4ABA60CD-C6DE-7EBF-7C47-053782A23342}"/>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4" name="Freeform 96">
            <a:extLst>
              <a:ext uri="{FF2B5EF4-FFF2-40B4-BE49-F238E27FC236}">
                <a16:creationId xmlns:a16="http://schemas.microsoft.com/office/drawing/2014/main" id="{580088FE-18E9-8C04-2DFC-18326186F670}"/>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20" name="Metin kutusu 19">
            <a:extLst>
              <a:ext uri="{FF2B5EF4-FFF2-40B4-BE49-F238E27FC236}">
                <a16:creationId xmlns:a16="http://schemas.microsoft.com/office/drawing/2014/main" id="{721E1A2B-9C36-22A1-77D3-9B5D3D86C469}"/>
              </a:ext>
            </a:extLst>
          </p:cNvPr>
          <p:cNvSpPr txBox="1"/>
          <p:nvPr/>
        </p:nvSpPr>
        <p:spPr>
          <a:xfrm>
            <a:off x="1461091" y="5357628"/>
            <a:ext cx="9198590" cy="385875"/>
          </a:xfrm>
          <a:prstGeom prst="rect">
            <a:avLst/>
          </a:prstGeom>
          <a:noFill/>
        </p:spPr>
        <p:txBody>
          <a:bodyPr wrap="square">
            <a:spAutoFit/>
          </a:bodyPr>
          <a:lstStyle/>
          <a:p>
            <a:pPr marL="388620" lvl="1" indent="-194310" algn="l">
              <a:lnSpc>
                <a:spcPts val="2520"/>
              </a:lnSpc>
              <a:buFont typeface="Arial"/>
              <a:buChar char="•"/>
            </a:pPr>
            <a:r>
              <a:rPr lang="tr-TR" sz="1800" dirty="0">
                <a:solidFill>
                  <a:srgbClr val="DE2223"/>
                </a:solidFill>
                <a:latin typeface="Aileron Bold Italics"/>
              </a:rPr>
              <a:t>Proje Takvimi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u="sng" dirty="0">
                <a:solidFill>
                  <a:srgbClr val="DE2223"/>
                </a:solidFill>
                <a:latin typeface="Aileron Bold Italics"/>
              </a:rPr>
              <a:t> </a:t>
            </a:r>
            <a:r>
              <a:rPr lang="tr-TR" u="sng" dirty="0">
                <a:solidFill>
                  <a:srgbClr val="DE2223"/>
                </a:solidFill>
                <a:latin typeface="Aileron Bold"/>
              </a:rPr>
              <a:t>bir</a:t>
            </a:r>
            <a:r>
              <a:rPr lang="tr-TR" sz="1800" dirty="0">
                <a:solidFill>
                  <a:srgbClr val="DE2223"/>
                </a:solidFill>
                <a:latin typeface="Aileron Bold"/>
              </a:rPr>
              <a:t> </a:t>
            </a:r>
            <a:r>
              <a:rPr lang="en-US" sz="1800" dirty="0">
                <a:solidFill>
                  <a:srgbClr val="DE2223"/>
                </a:solidFill>
                <a:latin typeface="Aileron Bold"/>
              </a:rPr>
              <a:t>(</a:t>
            </a:r>
            <a:r>
              <a:rPr lang="tr-TR" dirty="0">
                <a:solidFill>
                  <a:srgbClr val="DE2223"/>
                </a:solidFill>
                <a:latin typeface="Aileron Bold"/>
              </a:rPr>
              <a:t>1</a:t>
            </a:r>
            <a:r>
              <a:rPr lang="en-US" sz="1800" dirty="0">
                <a:solidFill>
                  <a:srgbClr val="DE2223"/>
                </a:solidFill>
                <a:latin typeface="Aileron Bold"/>
              </a:rPr>
              <a:t>)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u="sng" dirty="0" err="1">
                <a:solidFill>
                  <a:srgbClr val="DE2223"/>
                </a:solidFill>
                <a:latin typeface="Aileron Bold"/>
              </a:rPr>
              <a:t>Sayfa</a:t>
            </a:r>
            <a:r>
              <a:rPr lang="en-US" sz="1800" u="sng" dirty="0">
                <a:solidFill>
                  <a:srgbClr val="DE2223"/>
                </a:solidFill>
                <a:latin typeface="Aileron Bold"/>
              </a:rPr>
              <a:t> </a:t>
            </a:r>
            <a:r>
              <a:rPr lang="en-US" sz="1800" u="sng" dirty="0" err="1">
                <a:solidFill>
                  <a:srgbClr val="DE2223"/>
                </a:solidFill>
                <a:latin typeface="Aileron Bold"/>
              </a:rPr>
              <a:t>sınırı</a:t>
            </a:r>
            <a:r>
              <a:rPr lang="en-US" sz="1800" u="sng"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p>
        </p:txBody>
      </p:sp>
      <p:sp>
        <p:nvSpPr>
          <p:cNvPr id="9" name="Freeform 96">
            <a:extLst>
              <a:ext uri="{FF2B5EF4-FFF2-40B4-BE49-F238E27FC236}">
                <a16:creationId xmlns:a16="http://schemas.microsoft.com/office/drawing/2014/main" id="{3405A604-BEAE-B8EE-3BD9-83C7E23C8692}"/>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22" name="TextBox 34">
            <a:extLst>
              <a:ext uri="{FF2B5EF4-FFF2-40B4-BE49-F238E27FC236}">
                <a16:creationId xmlns:a16="http://schemas.microsoft.com/office/drawing/2014/main" id="{8AB748E0-2645-0AA6-4EB4-1A022B196C4F}"/>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24" name="TextBox 35">
            <a:extLst>
              <a:ext uri="{FF2B5EF4-FFF2-40B4-BE49-F238E27FC236}">
                <a16:creationId xmlns:a16="http://schemas.microsoft.com/office/drawing/2014/main" id="{B6EA5C33-8942-8B86-B3D3-C6E179A0AAF1}"/>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25" name="TextBox 36">
            <a:extLst>
              <a:ext uri="{FF2B5EF4-FFF2-40B4-BE49-F238E27FC236}">
                <a16:creationId xmlns:a16="http://schemas.microsoft.com/office/drawing/2014/main" id="{13BB524C-E479-BCEA-98D5-C4B8454EC49F}"/>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6" name="TextBox 37">
            <a:extLst>
              <a:ext uri="{FF2B5EF4-FFF2-40B4-BE49-F238E27FC236}">
                <a16:creationId xmlns:a16="http://schemas.microsoft.com/office/drawing/2014/main" id="{401F836A-6457-D769-040F-1640F0CFA905}"/>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27" name="TextBox 38">
            <a:extLst>
              <a:ext uri="{FF2B5EF4-FFF2-40B4-BE49-F238E27FC236}">
                <a16:creationId xmlns:a16="http://schemas.microsoft.com/office/drawing/2014/main" id="{3059D6C3-C486-F701-6427-0DD35F80B646}"/>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28" name="TextBox 39">
            <a:extLst>
              <a:ext uri="{FF2B5EF4-FFF2-40B4-BE49-F238E27FC236}">
                <a16:creationId xmlns:a16="http://schemas.microsoft.com/office/drawing/2014/main" id="{7BDD1C73-F51E-08B5-E3D8-CDA5DD374DDE}"/>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29" name="Freeform 45">
            <a:extLst>
              <a:ext uri="{FF2B5EF4-FFF2-40B4-BE49-F238E27FC236}">
                <a16:creationId xmlns:a16="http://schemas.microsoft.com/office/drawing/2014/main" id="{C291E0C6-D8F9-1C57-46B6-F1DD4EA27ADC}"/>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0" name="Freeform 47">
            <a:extLst>
              <a:ext uri="{FF2B5EF4-FFF2-40B4-BE49-F238E27FC236}">
                <a16:creationId xmlns:a16="http://schemas.microsoft.com/office/drawing/2014/main" id="{A5299D51-DF15-B0DE-693D-26E5D877BC92}"/>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1" name="Freeform 22">
            <a:extLst>
              <a:ext uri="{FF2B5EF4-FFF2-40B4-BE49-F238E27FC236}">
                <a16:creationId xmlns:a16="http://schemas.microsoft.com/office/drawing/2014/main" id="{843F0C1C-3A07-A8C3-B08B-A358C7A9C5BB}"/>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2" name="Freeform 44">
            <a:extLst>
              <a:ext uri="{FF2B5EF4-FFF2-40B4-BE49-F238E27FC236}">
                <a16:creationId xmlns:a16="http://schemas.microsoft.com/office/drawing/2014/main" id="{0297053F-0DAE-1328-BA62-DC2CF578D145}"/>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3" name="TextBox 38">
            <a:extLst>
              <a:ext uri="{FF2B5EF4-FFF2-40B4-BE49-F238E27FC236}">
                <a16:creationId xmlns:a16="http://schemas.microsoft.com/office/drawing/2014/main" id="{9A225BE3-306D-EE2A-06A2-0F367BE413E3}"/>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34" name="Freeform 44">
            <a:extLst>
              <a:ext uri="{FF2B5EF4-FFF2-40B4-BE49-F238E27FC236}">
                <a16:creationId xmlns:a16="http://schemas.microsoft.com/office/drawing/2014/main" id="{8059B875-A117-8CA7-7859-7288DDAC956A}"/>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5" name="TextBox 39">
            <a:extLst>
              <a:ext uri="{FF2B5EF4-FFF2-40B4-BE49-F238E27FC236}">
                <a16:creationId xmlns:a16="http://schemas.microsoft.com/office/drawing/2014/main" id="{A59C7214-9685-5EDA-B3C9-2C76F088B7C6}"/>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36" name="AutoShape 20">
            <a:extLst>
              <a:ext uri="{FF2B5EF4-FFF2-40B4-BE49-F238E27FC236}">
                <a16:creationId xmlns:a16="http://schemas.microsoft.com/office/drawing/2014/main" id="{244FC39C-6E4D-D30A-A440-8AD15D07E28B}"/>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37" name="Freeform 21">
            <a:extLst>
              <a:ext uri="{FF2B5EF4-FFF2-40B4-BE49-F238E27FC236}">
                <a16:creationId xmlns:a16="http://schemas.microsoft.com/office/drawing/2014/main" id="{DD2C7E40-56F2-2137-38C2-F24DBC930804}"/>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38" name="TextBox 40">
            <a:extLst>
              <a:ext uri="{FF2B5EF4-FFF2-40B4-BE49-F238E27FC236}">
                <a16:creationId xmlns:a16="http://schemas.microsoft.com/office/drawing/2014/main" id="{9B537D6A-669B-70B9-95C9-92450D95A77C}"/>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39" name="TextBox 42">
            <a:extLst>
              <a:ext uri="{FF2B5EF4-FFF2-40B4-BE49-F238E27FC236}">
                <a16:creationId xmlns:a16="http://schemas.microsoft.com/office/drawing/2014/main" id="{4AEAD4AD-C461-24B1-36AD-6B422A4878D9}"/>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40" name="Freeform 21">
            <a:extLst>
              <a:ext uri="{FF2B5EF4-FFF2-40B4-BE49-F238E27FC236}">
                <a16:creationId xmlns:a16="http://schemas.microsoft.com/office/drawing/2014/main" id="{49D6C2C9-12B7-DFBA-2F74-2F03A43A44CA}"/>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1" name="Freeform 22">
            <a:extLst>
              <a:ext uri="{FF2B5EF4-FFF2-40B4-BE49-F238E27FC236}">
                <a16:creationId xmlns:a16="http://schemas.microsoft.com/office/drawing/2014/main" id="{F9AF8B3F-4324-3657-A096-4C66CF0059BF}"/>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2" name="Freeform 21">
            <a:extLst>
              <a:ext uri="{FF2B5EF4-FFF2-40B4-BE49-F238E27FC236}">
                <a16:creationId xmlns:a16="http://schemas.microsoft.com/office/drawing/2014/main" id="{875E1D8A-6C9A-1E72-470D-9F91E4482141}"/>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3" name="Freeform 22">
            <a:extLst>
              <a:ext uri="{FF2B5EF4-FFF2-40B4-BE49-F238E27FC236}">
                <a16:creationId xmlns:a16="http://schemas.microsoft.com/office/drawing/2014/main" id="{B057852A-6C4E-09AE-9478-7188714C5B3A}"/>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4" name="Freeform 21">
            <a:extLst>
              <a:ext uri="{FF2B5EF4-FFF2-40B4-BE49-F238E27FC236}">
                <a16:creationId xmlns:a16="http://schemas.microsoft.com/office/drawing/2014/main" id="{52AC2F19-E141-F3F1-A343-CF210391D965}"/>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5" name="Freeform 22">
            <a:extLst>
              <a:ext uri="{FF2B5EF4-FFF2-40B4-BE49-F238E27FC236}">
                <a16:creationId xmlns:a16="http://schemas.microsoft.com/office/drawing/2014/main" id="{B70E8078-0102-8CFD-526D-3EE08319D57F}"/>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6" name="Freeform 21">
            <a:extLst>
              <a:ext uri="{FF2B5EF4-FFF2-40B4-BE49-F238E27FC236}">
                <a16:creationId xmlns:a16="http://schemas.microsoft.com/office/drawing/2014/main" id="{19F5881B-B275-242D-64DC-C310846B62A8}"/>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7" name="Freeform 22">
            <a:extLst>
              <a:ext uri="{FF2B5EF4-FFF2-40B4-BE49-F238E27FC236}">
                <a16:creationId xmlns:a16="http://schemas.microsoft.com/office/drawing/2014/main" id="{C24809CD-C4AE-A10D-943E-142372568CAF}"/>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8" name="Freeform 21">
            <a:extLst>
              <a:ext uri="{FF2B5EF4-FFF2-40B4-BE49-F238E27FC236}">
                <a16:creationId xmlns:a16="http://schemas.microsoft.com/office/drawing/2014/main" id="{9E7EA995-79E1-EE85-C921-24812FF71EB1}"/>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9" name="Freeform 22">
            <a:extLst>
              <a:ext uri="{FF2B5EF4-FFF2-40B4-BE49-F238E27FC236}">
                <a16:creationId xmlns:a16="http://schemas.microsoft.com/office/drawing/2014/main" id="{D3FC52E6-76A6-FD83-EB68-C84A0E020C76}"/>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0" name="Freeform 21">
            <a:extLst>
              <a:ext uri="{FF2B5EF4-FFF2-40B4-BE49-F238E27FC236}">
                <a16:creationId xmlns:a16="http://schemas.microsoft.com/office/drawing/2014/main" id="{F27A5922-96DE-59AC-530F-52782858EE07}"/>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1" name="Freeform 22">
            <a:extLst>
              <a:ext uri="{FF2B5EF4-FFF2-40B4-BE49-F238E27FC236}">
                <a16:creationId xmlns:a16="http://schemas.microsoft.com/office/drawing/2014/main" id="{8E180FF4-6D5D-0287-5B36-02499D6CD860}"/>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2" name="Freeform 21">
            <a:extLst>
              <a:ext uri="{FF2B5EF4-FFF2-40B4-BE49-F238E27FC236}">
                <a16:creationId xmlns:a16="http://schemas.microsoft.com/office/drawing/2014/main" id="{D57F6217-220D-9E91-7FBA-2209B0E7BACA}"/>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3" name="Freeform 22">
            <a:extLst>
              <a:ext uri="{FF2B5EF4-FFF2-40B4-BE49-F238E27FC236}">
                <a16:creationId xmlns:a16="http://schemas.microsoft.com/office/drawing/2014/main" id="{67161FB7-FE1B-A76D-66DE-D776F3EE6F0E}"/>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4" name="Freeform 21">
            <a:extLst>
              <a:ext uri="{FF2B5EF4-FFF2-40B4-BE49-F238E27FC236}">
                <a16:creationId xmlns:a16="http://schemas.microsoft.com/office/drawing/2014/main" id="{5550519C-3F31-13AF-FAF7-55797DF1561F}"/>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5" name="Freeform 22">
            <a:extLst>
              <a:ext uri="{FF2B5EF4-FFF2-40B4-BE49-F238E27FC236}">
                <a16:creationId xmlns:a16="http://schemas.microsoft.com/office/drawing/2014/main" id="{C4082F22-A69E-3302-CA0D-8E2C01BD025F}"/>
              </a:ext>
            </a:extLst>
          </p:cNvPr>
          <p:cNvSpPr/>
          <p:nvPr/>
        </p:nvSpPr>
        <p:spPr>
          <a:xfrm>
            <a:off x="17608939" y="4894965"/>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6" name="Freeform 21">
            <a:extLst>
              <a:ext uri="{FF2B5EF4-FFF2-40B4-BE49-F238E27FC236}">
                <a16:creationId xmlns:a16="http://schemas.microsoft.com/office/drawing/2014/main" id="{99638E7D-397E-CA67-5AEF-42F475AAF45A}"/>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7" name="Freeform 22">
            <a:extLst>
              <a:ext uri="{FF2B5EF4-FFF2-40B4-BE49-F238E27FC236}">
                <a16:creationId xmlns:a16="http://schemas.microsoft.com/office/drawing/2014/main" id="{470A85A4-3C4C-539C-58D8-D9F8EA4E6610}"/>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8" name="Freeform 21">
            <a:extLst>
              <a:ext uri="{FF2B5EF4-FFF2-40B4-BE49-F238E27FC236}">
                <a16:creationId xmlns:a16="http://schemas.microsoft.com/office/drawing/2014/main" id="{C3B9A157-3B1F-4689-D4B5-D34D34CBDBE5}"/>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9" name="Freeform 22">
            <a:extLst>
              <a:ext uri="{FF2B5EF4-FFF2-40B4-BE49-F238E27FC236}">
                <a16:creationId xmlns:a16="http://schemas.microsoft.com/office/drawing/2014/main" id="{68B54BEA-E719-BFAB-BCAD-F5192C1CA81A}"/>
              </a:ext>
            </a:extLst>
          </p:cNvPr>
          <p:cNvSpPr/>
          <p:nvPr/>
        </p:nvSpPr>
        <p:spPr>
          <a:xfrm>
            <a:off x="17587012" y="8296096"/>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0" name="TextBox 34">
            <a:extLst>
              <a:ext uri="{FF2B5EF4-FFF2-40B4-BE49-F238E27FC236}">
                <a16:creationId xmlns:a16="http://schemas.microsoft.com/office/drawing/2014/main" id="{21D51C56-C3CF-336D-0A20-7BAFFAB0E47F}"/>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61" name="Freeform 97">
            <a:extLst>
              <a:ext uri="{FF2B5EF4-FFF2-40B4-BE49-F238E27FC236}">
                <a16:creationId xmlns:a16="http://schemas.microsoft.com/office/drawing/2014/main" id="{04A592EC-B4F3-3A68-388F-6A8FF77FDB3F}"/>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15" name="Freeform 97">
            <a:extLst>
              <a:ext uri="{FF2B5EF4-FFF2-40B4-BE49-F238E27FC236}">
                <a16:creationId xmlns:a16="http://schemas.microsoft.com/office/drawing/2014/main" id="{076C580D-8D75-B875-04E0-C5E21CBDFC66}"/>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62" name="TextBox 114">
            <a:extLst>
              <a:ext uri="{FF2B5EF4-FFF2-40B4-BE49-F238E27FC236}">
                <a16:creationId xmlns:a16="http://schemas.microsoft.com/office/drawing/2014/main" id="{8252C36C-993A-3F20-03D3-2779485F089C}"/>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extLst>
      <p:ext uri="{BB962C8B-B14F-4D97-AF65-F5344CB8AC3E}">
        <p14:creationId xmlns:p14="http://schemas.microsoft.com/office/powerpoint/2010/main" val="275248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a:spLocks noGrp="1" noRot="1" noMove="1" noResize="1" noEditPoints="1" noAdjustHandles="1" noChangeArrowheads="1" noChangeShapeType="1"/>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6524401" y="315724"/>
            <a:ext cx="4781669" cy="972123"/>
          </a:xfrm>
          <a:prstGeom prst="rect">
            <a:avLst/>
          </a:prstGeom>
        </p:spPr>
        <p:txBody>
          <a:bodyPr lIns="0" tIns="0" rIns="0" bIns="0" rtlCol="0" anchor="t">
            <a:spAutoFit/>
          </a:bodyPr>
          <a:lstStyle/>
          <a:p>
            <a:pPr algn="ctr">
              <a:lnSpc>
                <a:spcPts val="6399"/>
              </a:lnSpc>
              <a:spcBef>
                <a:spcPct val="0"/>
              </a:spcBef>
            </a:pPr>
            <a:r>
              <a:rPr lang="en-US" sz="6399">
                <a:solidFill>
                  <a:srgbClr val="1A426A"/>
                </a:solidFill>
                <a:latin typeface="Active Heart"/>
              </a:rPr>
              <a:t>SWOT ANALİZİ</a:t>
            </a:r>
          </a:p>
        </p:txBody>
      </p:sp>
      <p:sp>
        <p:nvSpPr>
          <p:cNvPr id="10" name="TextBox 10"/>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1" name="TextBox 11"/>
          <p:cNvSpPr txBox="1">
            <a:spLocks/>
          </p:cNvSpPr>
          <p:nvPr/>
        </p:nvSpPr>
        <p:spPr>
          <a:xfrm>
            <a:off x="17759191" y="9607673"/>
            <a:ext cx="369651" cy="519822"/>
          </a:xfrm>
          <a:prstGeom prst="rect">
            <a:avLst/>
          </a:prstGeom>
        </p:spPr>
        <p:txBody>
          <a:bodyPr wrap="square" lIns="0" tIns="0" rIns="0" bIns="0" rtlCol="0" anchor="t">
            <a:spAutoFit/>
          </a:bodyPr>
          <a:lstStyle/>
          <a:p>
            <a:pPr algn="ctr">
              <a:lnSpc>
                <a:spcPts val="4759"/>
              </a:lnSpc>
            </a:pPr>
            <a:r>
              <a:rPr lang="tr-TR" sz="3399" dirty="0">
                <a:solidFill>
                  <a:srgbClr val="1A426A"/>
                </a:solidFill>
                <a:latin typeface="Active Heart"/>
              </a:rPr>
              <a:t>11</a:t>
            </a:r>
            <a:endParaRPr lang="en-US" sz="3399" dirty="0">
              <a:solidFill>
                <a:srgbClr val="1A426A"/>
              </a:solidFill>
              <a:latin typeface="Active Heart"/>
            </a:endParaRPr>
          </a:p>
        </p:txBody>
      </p:sp>
      <p:sp>
        <p:nvSpPr>
          <p:cNvPr id="12" name="Freeform 12"/>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6" name="Freeform 16"/>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7" name="TextBox 17"/>
          <p:cNvSpPr txBox="1">
            <a:spLocks noGrp="1" noRot="1" noMove="1" noResize="1" noEditPoints="1" noAdjustHandles="1" noChangeArrowheads="1" noChangeShapeType="1"/>
          </p:cNvSpPr>
          <p:nvPr/>
        </p:nvSpPr>
        <p:spPr>
          <a:xfrm>
            <a:off x="753578" y="9903396"/>
            <a:ext cx="2065822"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graphicFrame>
        <p:nvGraphicFramePr>
          <p:cNvPr id="19" name="Table 19"/>
          <p:cNvGraphicFramePr>
            <a:graphicFrameLocks/>
          </p:cNvGraphicFramePr>
          <p:nvPr>
            <p:extLst>
              <p:ext uri="{D42A27DB-BD31-4B8C-83A1-F6EECF244321}">
                <p14:modId xmlns:p14="http://schemas.microsoft.com/office/powerpoint/2010/main" val="391548061"/>
              </p:ext>
            </p:extLst>
          </p:nvPr>
        </p:nvGraphicFramePr>
        <p:xfrm>
          <a:off x="1670308" y="3208851"/>
          <a:ext cx="12122832" cy="5378316"/>
        </p:xfrm>
        <a:graphic>
          <a:graphicData uri="http://schemas.openxmlformats.org/drawingml/2006/table">
            <a:tbl>
              <a:tblPr/>
              <a:tblGrid>
                <a:gridCol w="3030708">
                  <a:extLst>
                    <a:ext uri="{9D8B030D-6E8A-4147-A177-3AD203B41FA5}">
                      <a16:colId xmlns:a16="http://schemas.microsoft.com/office/drawing/2014/main" val="20000"/>
                    </a:ext>
                  </a:extLst>
                </a:gridCol>
                <a:gridCol w="3030708">
                  <a:extLst>
                    <a:ext uri="{9D8B030D-6E8A-4147-A177-3AD203B41FA5}">
                      <a16:colId xmlns:a16="http://schemas.microsoft.com/office/drawing/2014/main" val="20001"/>
                    </a:ext>
                  </a:extLst>
                </a:gridCol>
                <a:gridCol w="3030708">
                  <a:extLst>
                    <a:ext uri="{9D8B030D-6E8A-4147-A177-3AD203B41FA5}">
                      <a16:colId xmlns:a16="http://schemas.microsoft.com/office/drawing/2014/main" val="20002"/>
                    </a:ext>
                  </a:extLst>
                </a:gridCol>
                <a:gridCol w="3030708">
                  <a:extLst>
                    <a:ext uri="{9D8B030D-6E8A-4147-A177-3AD203B41FA5}">
                      <a16:colId xmlns:a16="http://schemas.microsoft.com/office/drawing/2014/main" val="20003"/>
                    </a:ext>
                  </a:extLst>
                </a:gridCol>
              </a:tblGrid>
              <a:tr h="1467395">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a:solidFill>
                            <a:srgbClr val="FFFFFF"/>
                          </a:solidFill>
                          <a:latin typeface="Aileron Bold"/>
                        </a:rPr>
                        <a:t>Güçlü </a:t>
                      </a:r>
                      <a:r>
                        <a:rPr lang="en-US" sz="2391" dirty="0" err="1">
                          <a:solidFill>
                            <a:srgbClr val="FFFFFF"/>
                          </a:solidFill>
                          <a:latin typeface="Aileron Bold"/>
                        </a:rPr>
                        <a:t>Yönler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BD59"/>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a:rPr>
                        <a:t>Zayıf</a:t>
                      </a:r>
                      <a:r>
                        <a:rPr lang="en-US" sz="2391" dirty="0">
                          <a:solidFill>
                            <a:srgbClr val="FFFFFF"/>
                          </a:solidFill>
                          <a:latin typeface="Aileron"/>
                        </a:rPr>
                        <a:t> </a:t>
                      </a:r>
                      <a:r>
                        <a:rPr lang="en-US" sz="2391" dirty="0" err="1">
                          <a:solidFill>
                            <a:srgbClr val="FFFFFF"/>
                          </a:solidFill>
                          <a:latin typeface="Aileron"/>
                        </a:rPr>
                        <a:t>Yönler</a:t>
                      </a:r>
                      <a:endParaRPr lang="en-US" sz="2391" dirty="0">
                        <a:solidFill>
                          <a:srgbClr val="FFFFFF"/>
                        </a:solidFill>
                        <a:latin typeface="Aileron"/>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914D"/>
                    </a:solidFill>
                  </a:tcPr>
                </a:tc>
                <a:tc>
                  <a:txBody>
                    <a:bodyPr/>
                    <a:lstStyle/>
                    <a:p>
                      <a:pPr algn="ctr">
                        <a:lnSpc>
                          <a:spcPts val="3348"/>
                        </a:lnSpc>
                        <a:defRPr/>
                      </a:pPr>
                      <a:endParaRPr lang="en-US" sz="1100"/>
                    </a:p>
                    <a:p>
                      <a:pPr algn="ctr">
                        <a:lnSpc>
                          <a:spcPts val="3348"/>
                        </a:lnSpc>
                      </a:pPr>
                      <a:endParaRPr lang="en-US" sz="1100"/>
                    </a:p>
                    <a:p>
                      <a:pPr algn="ctr">
                        <a:lnSpc>
                          <a:spcPts val="3348"/>
                        </a:lnSpc>
                      </a:pPr>
                      <a:r>
                        <a:rPr lang="en-US" sz="2391">
                          <a:solidFill>
                            <a:srgbClr val="FFFFFF"/>
                          </a:solidFill>
                          <a:latin typeface="Aileron"/>
                        </a:rPr>
                        <a:t>Fırsatlar</a:t>
                      </a: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4F93A6"/>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Bold"/>
                        </a:rPr>
                        <a:t>Tehditler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1C4C61"/>
                    </a:solidFill>
                  </a:tcPr>
                </a:tc>
                <a:extLst>
                  <a:ext uri="{0D108BD9-81ED-4DB2-BD59-A6C34878D82A}">
                    <a16:rowId xmlns:a16="http://schemas.microsoft.com/office/drawing/2014/main" val="10000"/>
                  </a:ext>
                </a:extLst>
              </a:tr>
              <a:tr h="3852189">
                <a:tc>
                  <a:txBody>
                    <a:bodyPr/>
                    <a:lstStyle/>
                    <a:p>
                      <a:pPr algn="ctr">
                        <a:lnSpc>
                          <a:spcPts val="2455"/>
                        </a:lnSpc>
                        <a:defRPr/>
                      </a:pPr>
                      <a:r>
                        <a:rPr lang="tr-TR" sz="1600" dirty="0">
                          <a:solidFill>
                            <a:srgbClr val="EE0000"/>
                          </a:solidFill>
                        </a:rPr>
                        <a:t>Projenizin en iyi yönleri nelerdir? Projeyi başarılı kılan şeyler neler? Hangi özellikleriniz sizi diğerlerinden farklı kılıyor?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Projemizin daha iyi olabilmesi için hangi yönlerini geliştirmemiz gerekiyor? Eksik veya çalışmayan noktalar neler? Projemiz hangi konularda yetersiz kalıyor?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büyütmek, geliştirmek ve daha iyi hale getirmek için hangi fırsatlar var? Hangi yeni teknolojiler, destekler veya projeyi daha ileriye taşıyacak imkanlar var?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zorlayabilecek veya başarısını engelleyebilecek dış etkenler neler?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20" name="Group 20"/>
          <p:cNvGrpSpPr>
            <a:grpSpLocks/>
          </p:cNvGrpSpPr>
          <p:nvPr/>
        </p:nvGrpSpPr>
        <p:grpSpPr>
          <a:xfrm>
            <a:off x="2209050" y="2171024"/>
            <a:ext cx="1859000" cy="1909168"/>
            <a:chOff x="0" y="0"/>
            <a:chExt cx="812800" cy="834735"/>
          </a:xfrm>
        </p:grpSpPr>
        <p:sp>
          <p:nvSpPr>
            <p:cNvPr id="21" name="Freeform 21"/>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BD59"/>
              </a:solidFill>
              <a:prstDash val="solid"/>
              <a:miter/>
            </a:ln>
          </p:spPr>
          <p:txBody>
            <a:bodyPr/>
            <a:lstStyle/>
            <a:p>
              <a:endParaRPr lang="tr-TR"/>
            </a:p>
          </p:txBody>
        </p:sp>
        <p:sp>
          <p:nvSpPr>
            <p:cNvPr id="22" name="TextBox 22"/>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dirty="0">
                  <a:solidFill>
                    <a:srgbClr val="FFBD59"/>
                  </a:solidFill>
                  <a:latin typeface="Aileron Ultra-Bold"/>
                </a:rPr>
                <a:t>S</a:t>
              </a:r>
            </a:p>
          </p:txBody>
        </p:sp>
      </p:grpSp>
      <p:grpSp>
        <p:nvGrpSpPr>
          <p:cNvPr id="23" name="Group 23"/>
          <p:cNvGrpSpPr>
            <a:grpSpLocks/>
          </p:cNvGrpSpPr>
          <p:nvPr/>
        </p:nvGrpSpPr>
        <p:grpSpPr>
          <a:xfrm>
            <a:off x="5427701" y="2171024"/>
            <a:ext cx="1859000" cy="1909168"/>
            <a:chOff x="0" y="0"/>
            <a:chExt cx="812800" cy="834735"/>
          </a:xfrm>
        </p:grpSpPr>
        <p:sp>
          <p:nvSpPr>
            <p:cNvPr id="24" name="Freeform 24"/>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914D"/>
              </a:solidFill>
              <a:prstDash val="solid"/>
              <a:miter/>
            </a:ln>
          </p:spPr>
          <p:txBody>
            <a:bodyPr/>
            <a:lstStyle/>
            <a:p>
              <a:endParaRPr lang="tr-TR"/>
            </a:p>
          </p:txBody>
        </p:sp>
        <p:sp>
          <p:nvSpPr>
            <p:cNvPr id="25" name="TextBox 25"/>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FF914D"/>
                  </a:solidFill>
                  <a:latin typeface="Aileron Ultra-Bold"/>
                </a:rPr>
                <a:t>W</a:t>
              </a:r>
            </a:p>
          </p:txBody>
        </p:sp>
      </p:grpSp>
      <p:grpSp>
        <p:nvGrpSpPr>
          <p:cNvPr id="26" name="Group 26"/>
          <p:cNvGrpSpPr>
            <a:grpSpLocks/>
          </p:cNvGrpSpPr>
          <p:nvPr/>
        </p:nvGrpSpPr>
        <p:grpSpPr>
          <a:xfrm>
            <a:off x="8296847" y="2171024"/>
            <a:ext cx="1859000" cy="1909168"/>
            <a:chOff x="0" y="0"/>
            <a:chExt cx="812800" cy="834735"/>
          </a:xfrm>
        </p:grpSpPr>
        <p:sp>
          <p:nvSpPr>
            <p:cNvPr id="27" name="Freeform 27"/>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4F93A6"/>
              </a:solidFill>
              <a:prstDash val="solid"/>
              <a:miter/>
            </a:ln>
          </p:spPr>
          <p:txBody>
            <a:bodyPr/>
            <a:lstStyle/>
            <a:p>
              <a:endParaRPr lang="tr-TR"/>
            </a:p>
          </p:txBody>
        </p:sp>
        <p:sp>
          <p:nvSpPr>
            <p:cNvPr id="28" name="TextBox 28"/>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4F93A6"/>
                  </a:solidFill>
                  <a:latin typeface="Aileron Ultra-Bold"/>
                </a:rPr>
                <a:t>O</a:t>
              </a:r>
            </a:p>
          </p:txBody>
        </p:sp>
      </p:grpSp>
      <p:grpSp>
        <p:nvGrpSpPr>
          <p:cNvPr id="29" name="Group 29"/>
          <p:cNvGrpSpPr>
            <a:grpSpLocks/>
          </p:cNvGrpSpPr>
          <p:nvPr/>
        </p:nvGrpSpPr>
        <p:grpSpPr>
          <a:xfrm>
            <a:off x="11355104" y="2171024"/>
            <a:ext cx="1859000" cy="1909168"/>
            <a:chOff x="0" y="0"/>
            <a:chExt cx="812800" cy="834735"/>
          </a:xfrm>
        </p:grpSpPr>
        <p:sp>
          <p:nvSpPr>
            <p:cNvPr id="30" name="Freeform 30"/>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1C4C61"/>
              </a:solidFill>
              <a:prstDash val="solid"/>
              <a:miter/>
            </a:ln>
          </p:spPr>
          <p:txBody>
            <a:bodyPr/>
            <a:lstStyle/>
            <a:p>
              <a:endParaRPr lang="tr-TR"/>
            </a:p>
          </p:txBody>
        </p:sp>
        <p:sp>
          <p:nvSpPr>
            <p:cNvPr id="31" name="TextBox 31"/>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1C4C61"/>
                  </a:solidFill>
                  <a:latin typeface="Aileron Ultra-Bold"/>
                </a:rPr>
                <a:t>T</a:t>
              </a:r>
            </a:p>
          </p:txBody>
        </p:sp>
      </p:grpSp>
      <p:sp>
        <p:nvSpPr>
          <p:cNvPr id="65" name="TextBox 9"/>
          <p:cNvSpPr txBox="1"/>
          <p:nvPr/>
        </p:nvSpPr>
        <p:spPr>
          <a:xfrm>
            <a:off x="860241" y="1483727"/>
            <a:ext cx="13990038" cy="935355"/>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swot </a:t>
            </a:r>
            <a:r>
              <a:rPr lang="en-US" sz="1800" dirty="0" err="1">
                <a:solidFill>
                  <a:srgbClr val="DE2223"/>
                </a:solidFill>
                <a:latin typeface="Aileron Bold"/>
              </a:rPr>
              <a:t>analizi</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 Swot </a:t>
            </a:r>
            <a:r>
              <a:rPr lang="en-US" sz="1800" dirty="0" err="1">
                <a:solidFill>
                  <a:srgbClr val="DE2223"/>
                </a:solidFill>
                <a:latin typeface="Aileron Bold"/>
              </a:rPr>
              <a:t>analizi</a:t>
            </a:r>
            <a:r>
              <a:rPr lang="en-US" sz="1800" dirty="0">
                <a:solidFill>
                  <a:srgbClr val="DE2223"/>
                </a:solidFill>
                <a:latin typeface="Aileron Bold"/>
              </a:rPr>
              <a:t>; </a:t>
            </a:r>
            <a:r>
              <a:rPr lang="en-US" sz="1800" dirty="0" err="1">
                <a:solidFill>
                  <a:srgbClr val="DE2223"/>
                </a:solidFill>
                <a:latin typeface="Aileron Bold"/>
              </a:rPr>
              <a:t>Projenin</a:t>
            </a:r>
            <a:r>
              <a:rPr lang="en-US" sz="1800" dirty="0">
                <a:solidFill>
                  <a:srgbClr val="DE2223"/>
                </a:solidFill>
                <a:latin typeface="Aileron Bold"/>
              </a:rPr>
              <a:t> </a:t>
            </a:r>
            <a:r>
              <a:rPr lang="en-US" sz="1800" dirty="0" err="1">
                <a:solidFill>
                  <a:srgbClr val="DE2223"/>
                </a:solidFill>
                <a:latin typeface="Aileron Bold"/>
              </a:rPr>
              <a:t>güçlü</a:t>
            </a:r>
            <a:r>
              <a:rPr lang="en-US" sz="1800" dirty="0">
                <a:solidFill>
                  <a:srgbClr val="DE2223"/>
                </a:solidFill>
                <a:latin typeface="Aileron Bold"/>
              </a:rPr>
              <a:t> </a:t>
            </a:r>
            <a:r>
              <a:rPr lang="en-US" sz="1800" dirty="0" err="1">
                <a:solidFill>
                  <a:srgbClr val="DE2223"/>
                </a:solidFill>
                <a:latin typeface="Aileron Bold"/>
              </a:rPr>
              <a:t>yönlerinin</a:t>
            </a:r>
            <a:r>
              <a:rPr lang="en-US" sz="1800" dirty="0">
                <a:solidFill>
                  <a:srgbClr val="DE2223"/>
                </a:solidFill>
                <a:latin typeface="Aileron Bold"/>
              </a:rPr>
              <a:t>, </a:t>
            </a:r>
            <a:r>
              <a:rPr lang="en-US" sz="1800" dirty="0" err="1">
                <a:solidFill>
                  <a:srgbClr val="DE2223"/>
                </a:solidFill>
                <a:latin typeface="Aileron Bold"/>
              </a:rPr>
              <a:t>zayıf</a:t>
            </a:r>
            <a:r>
              <a:rPr lang="en-US" sz="1800" dirty="0">
                <a:solidFill>
                  <a:srgbClr val="DE2223"/>
                </a:solidFill>
                <a:latin typeface="Aileron Bold"/>
              </a:rPr>
              <a:t> </a:t>
            </a:r>
            <a:r>
              <a:rPr lang="en-US" sz="1800" dirty="0" err="1">
                <a:solidFill>
                  <a:srgbClr val="DE2223"/>
                </a:solidFill>
                <a:latin typeface="Aileron Bold"/>
              </a:rPr>
              <a:t>yönlerinin</a:t>
            </a:r>
            <a:r>
              <a:rPr lang="en-US" sz="1800" dirty="0">
                <a:solidFill>
                  <a:srgbClr val="DE2223"/>
                </a:solidFill>
                <a:latin typeface="Aileron Bold"/>
              </a:rPr>
              <a:t>, </a:t>
            </a:r>
            <a:r>
              <a:rPr lang="en-US" sz="1800" dirty="0" err="1">
                <a:solidFill>
                  <a:srgbClr val="DE2223"/>
                </a:solidFill>
                <a:latin typeface="Aileron Bold"/>
              </a:rPr>
              <a:t>fırsatların</a:t>
            </a:r>
            <a:r>
              <a:rPr lang="en-US" sz="1800" dirty="0">
                <a:solidFill>
                  <a:srgbClr val="DE2223"/>
                </a:solidFill>
                <a:latin typeface="Aileron Bold"/>
              </a:rPr>
              <a:t> </a:t>
            </a:r>
            <a:r>
              <a:rPr lang="en-US" sz="1800" dirty="0" err="1">
                <a:solidFill>
                  <a:srgbClr val="DE2223"/>
                </a:solidFill>
                <a:latin typeface="Aileron Bold"/>
              </a:rPr>
              <a:t>ve</a:t>
            </a:r>
            <a:r>
              <a:rPr lang="en-US" sz="1800" dirty="0">
                <a:solidFill>
                  <a:srgbClr val="DE2223"/>
                </a:solidFill>
                <a:latin typeface="Aileron Bold"/>
              </a:rPr>
              <a:t> </a:t>
            </a:r>
            <a:r>
              <a:rPr lang="en-US" sz="1800" dirty="0" err="1">
                <a:solidFill>
                  <a:srgbClr val="DE2223"/>
                </a:solidFill>
                <a:latin typeface="Aileron Bold"/>
              </a:rPr>
              <a:t>tehditlerin</a:t>
            </a:r>
            <a:r>
              <a:rPr lang="en-US" sz="1800" dirty="0">
                <a:solidFill>
                  <a:srgbClr val="DE2223"/>
                </a:solidFill>
                <a:latin typeface="Aileron Bold"/>
              </a:rPr>
              <a:t> </a:t>
            </a:r>
            <a:r>
              <a:rPr lang="en-US" sz="1800" dirty="0" err="1">
                <a:solidFill>
                  <a:srgbClr val="DE2223"/>
                </a:solidFill>
                <a:latin typeface="Aileron Bold"/>
              </a:rPr>
              <a:t>anlatıldığı</a:t>
            </a:r>
            <a:r>
              <a:rPr lang="en-US" sz="1800" dirty="0">
                <a:solidFill>
                  <a:srgbClr val="DE2223"/>
                </a:solidFill>
                <a:latin typeface="Aileron Bold"/>
              </a:rPr>
              <a:t> </a:t>
            </a:r>
            <a:r>
              <a:rPr lang="en-US" sz="1800" dirty="0" err="1">
                <a:solidFill>
                  <a:srgbClr val="DE2223"/>
                </a:solidFill>
                <a:latin typeface="Aileron Bold"/>
              </a:rPr>
              <a:t>kısımdır</a:t>
            </a:r>
            <a:r>
              <a:rPr lang="en-US" sz="1800" dirty="0">
                <a:solidFill>
                  <a:srgbClr val="DE2223"/>
                </a:solidFill>
                <a:latin typeface="Aileron Bold"/>
              </a:rPr>
              <a:t>. Tablo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kullanılmalıdır</a:t>
            </a:r>
            <a:r>
              <a:rPr lang="en-US" sz="1800" dirty="0">
                <a:solidFill>
                  <a:srgbClr val="DE2223"/>
                </a:solidFill>
                <a:latin typeface="Aileron Bold"/>
              </a:rPr>
              <a:t>. Swot </a:t>
            </a:r>
            <a:r>
              <a:rPr lang="en-US" sz="1800" dirty="0" err="1">
                <a:solidFill>
                  <a:srgbClr val="DE2223"/>
                </a:solidFill>
                <a:latin typeface="Aileron Bold"/>
              </a:rPr>
              <a:t>analizi</a:t>
            </a:r>
            <a:r>
              <a:rPr lang="en-US" sz="1800" dirty="0">
                <a:solidFill>
                  <a:srgbClr val="DE2223"/>
                </a:solidFill>
                <a:latin typeface="Aileron Bold"/>
              </a:rPr>
              <a:t> </a:t>
            </a:r>
            <a:r>
              <a:rPr lang="en-US" sz="1800" u="sng" dirty="0" err="1">
                <a:solidFill>
                  <a:srgbClr val="DE2223"/>
                </a:solidFill>
                <a:latin typeface="Aileron Bold Italics"/>
              </a:rPr>
              <a:t>en</a:t>
            </a:r>
            <a:r>
              <a:rPr lang="en-US" sz="1800" u="sng" dirty="0">
                <a:solidFill>
                  <a:srgbClr val="DE2223"/>
                </a:solidFill>
                <a:latin typeface="Aileron Bold Italics"/>
              </a:rPr>
              <a:t> </a:t>
            </a:r>
            <a:r>
              <a:rPr lang="en-US" sz="1800" u="sng" dirty="0" err="1">
                <a:solidFill>
                  <a:srgbClr val="DE2223"/>
                </a:solidFill>
                <a:latin typeface="Aileron Bold Italics"/>
              </a:rPr>
              <a:t>fazla</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(1) </a:t>
            </a:r>
            <a:r>
              <a:rPr lang="en-US" sz="1800" dirty="0" err="1">
                <a:solidFill>
                  <a:srgbClr val="DE2223"/>
                </a:solidFill>
                <a:latin typeface="Aileron Bold"/>
              </a:rPr>
              <a:t>sayfad</a:t>
            </a:r>
            <a:r>
              <a:rPr lang="tr-TR" sz="1800" dirty="0">
                <a:solidFill>
                  <a:srgbClr val="DE2223"/>
                </a:solidFill>
                <a:latin typeface="Aileron Bold"/>
              </a:rPr>
              <a:t>a açıklanmalıdır</a:t>
            </a:r>
            <a:r>
              <a:rPr lang="en-US" sz="1800" dirty="0">
                <a:solidFill>
                  <a:srgbClr val="DE2223"/>
                </a:solidFill>
                <a:latin typeface="Aileron Bold"/>
              </a:rPr>
              <a:t>. </a:t>
            </a: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sınırı</a:t>
            </a:r>
            <a:r>
              <a:rPr lang="en-US" sz="1800" dirty="0">
                <a:solidFill>
                  <a:srgbClr val="DE2223"/>
                </a:solidFill>
                <a:latin typeface="Aileron Bold"/>
              </a:rPr>
              <a:t> </a:t>
            </a:r>
            <a:r>
              <a:rPr lang="en-US" sz="1800" dirty="0" err="1">
                <a:solidFill>
                  <a:srgbClr val="DE2223"/>
                </a:solidFill>
                <a:latin typeface="Aileron Bold"/>
              </a:rPr>
              <a:t>aşılmamalıdır</a:t>
            </a:r>
            <a:r>
              <a:rPr lang="en-US" sz="1800" dirty="0">
                <a:solidFill>
                  <a:srgbClr val="DE2223"/>
                </a:solidFill>
                <a:latin typeface="Aileron Bold"/>
              </a:rPr>
              <a:t>. </a:t>
            </a:r>
          </a:p>
          <a:p>
            <a:pPr algn="l">
              <a:lnSpc>
                <a:spcPts val="2520"/>
              </a:lnSpc>
            </a:pPr>
            <a:endParaRPr lang="en-US" sz="1800" dirty="0">
              <a:solidFill>
                <a:srgbClr val="DE2223"/>
              </a:solidFill>
              <a:latin typeface="Aileron Bold"/>
            </a:endParaRPr>
          </a:p>
        </p:txBody>
      </p:sp>
      <p:sp>
        <p:nvSpPr>
          <p:cNvPr id="94" name="Freeform 96">
            <a:extLst>
              <a:ext uri="{FF2B5EF4-FFF2-40B4-BE49-F238E27FC236}">
                <a16:creationId xmlns:a16="http://schemas.microsoft.com/office/drawing/2014/main" id="{91C26085-95D6-3458-A7EE-735019BB5024}"/>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5" name="AutoShape 20">
            <a:extLst>
              <a:ext uri="{FF2B5EF4-FFF2-40B4-BE49-F238E27FC236}">
                <a16:creationId xmlns:a16="http://schemas.microsoft.com/office/drawing/2014/main" id="{60EA75D5-A98F-6715-57C9-81BFF5BF8503}"/>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124" name="Freeform 97">
            <a:extLst>
              <a:ext uri="{FF2B5EF4-FFF2-40B4-BE49-F238E27FC236}">
                <a16:creationId xmlns:a16="http://schemas.microsoft.com/office/drawing/2014/main" id="{3BE82B25-C8F5-C09B-FA0F-F24EA679FD1F}"/>
              </a:ext>
            </a:extLst>
          </p:cNvPr>
          <p:cNvSpPr/>
          <p:nvPr/>
        </p:nvSpPr>
        <p:spPr>
          <a:xfrm>
            <a:off x="17580983"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25" name="Freeform 96">
            <a:extLst>
              <a:ext uri="{FF2B5EF4-FFF2-40B4-BE49-F238E27FC236}">
                <a16:creationId xmlns:a16="http://schemas.microsoft.com/office/drawing/2014/main" id="{184F4B29-D5A3-7ED8-C6A0-4211B9D19CC1}"/>
              </a:ext>
            </a:extLst>
          </p:cNvPr>
          <p:cNvSpPr/>
          <p:nvPr/>
        </p:nvSpPr>
        <p:spPr>
          <a:xfrm>
            <a:off x="17212784"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9" name="Freeform 96">
            <a:extLst>
              <a:ext uri="{FF2B5EF4-FFF2-40B4-BE49-F238E27FC236}">
                <a16:creationId xmlns:a16="http://schemas.microsoft.com/office/drawing/2014/main" id="{F14F18E5-879C-4B93-F13F-0526BC22DD07}"/>
              </a:ext>
            </a:extLst>
          </p:cNvPr>
          <p:cNvSpPr/>
          <p:nvPr/>
        </p:nvSpPr>
        <p:spPr>
          <a:xfrm>
            <a:off x="17251486" y="887217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32" name="TextBox 34">
            <a:extLst>
              <a:ext uri="{FF2B5EF4-FFF2-40B4-BE49-F238E27FC236}">
                <a16:creationId xmlns:a16="http://schemas.microsoft.com/office/drawing/2014/main" id="{0C268A38-9AEF-EEE3-4E17-CBCE70F4179A}"/>
              </a:ext>
            </a:extLst>
          </p:cNvPr>
          <p:cNvSpPr txBox="1"/>
          <p:nvPr/>
        </p:nvSpPr>
        <p:spPr>
          <a:xfrm>
            <a:off x="15146867" y="4766986"/>
            <a:ext cx="2413247"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33" name="TextBox 35">
            <a:extLst>
              <a:ext uri="{FF2B5EF4-FFF2-40B4-BE49-F238E27FC236}">
                <a16:creationId xmlns:a16="http://schemas.microsoft.com/office/drawing/2014/main" id="{F96055CD-0647-BEC1-7BA6-55FB147B2EF0}"/>
              </a:ext>
            </a:extLst>
          </p:cNvPr>
          <p:cNvSpPr txBox="1"/>
          <p:nvPr/>
        </p:nvSpPr>
        <p:spPr>
          <a:xfrm>
            <a:off x="16570534" y="3612664"/>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ÇÖZÜM</a:t>
            </a:r>
            <a:endParaRPr lang="en-US" sz="1550" dirty="0">
              <a:solidFill>
                <a:srgbClr val="1C4C61"/>
              </a:solidFill>
              <a:latin typeface="Aileron Bold"/>
            </a:endParaRPr>
          </a:p>
        </p:txBody>
      </p:sp>
      <p:sp>
        <p:nvSpPr>
          <p:cNvPr id="34" name="TextBox 36">
            <a:extLst>
              <a:ext uri="{FF2B5EF4-FFF2-40B4-BE49-F238E27FC236}">
                <a16:creationId xmlns:a16="http://schemas.microsoft.com/office/drawing/2014/main" id="{BDCE56F8-9273-C04E-EE51-6724D5F2C959}"/>
              </a:ext>
            </a:extLst>
          </p:cNvPr>
          <p:cNvSpPr txBox="1"/>
          <p:nvPr/>
        </p:nvSpPr>
        <p:spPr>
          <a:xfrm>
            <a:off x="16563287" y="4181699"/>
            <a:ext cx="91548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35" name="TextBox 37">
            <a:extLst>
              <a:ext uri="{FF2B5EF4-FFF2-40B4-BE49-F238E27FC236}">
                <a16:creationId xmlns:a16="http://schemas.microsoft.com/office/drawing/2014/main" id="{0067B83B-963F-BBA8-9078-228502497DCD}"/>
              </a:ext>
            </a:extLst>
          </p:cNvPr>
          <p:cNvSpPr txBox="1"/>
          <p:nvPr/>
        </p:nvSpPr>
        <p:spPr>
          <a:xfrm>
            <a:off x="15624166" y="8254152"/>
            <a:ext cx="2174945"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
        <p:nvSpPr>
          <p:cNvPr id="36" name="TextBox 38">
            <a:extLst>
              <a:ext uri="{FF2B5EF4-FFF2-40B4-BE49-F238E27FC236}">
                <a16:creationId xmlns:a16="http://schemas.microsoft.com/office/drawing/2014/main" id="{1C997B1D-6879-94FD-4560-1AD293AD0BD5}"/>
              </a:ext>
            </a:extLst>
          </p:cNvPr>
          <p:cNvSpPr txBox="1"/>
          <p:nvPr/>
        </p:nvSpPr>
        <p:spPr>
          <a:xfrm>
            <a:off x="15854703" y="7648128"/>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37" name="TextBox 39">
            <a:extLst>
              <a:ext uri="{FF2B5EF4-FFF2-40B4-BE49-F238E27FC236}">
                <a16:creationId xmlns:a16="http://schemas.microsoft.com/office/drawing/2014/main" id="{04E2148A-68BB-8084-84BA-50D063270915}"/>
              </a:ext>
            </a:extLst>
          </p:cNvPr>
          <p:cNvSpPr txBox="1"/>
          <p:nvPr/>
        </p:nvSpPr>
        <p:spPr>
          <a:xfrm>
            <a:off x="14670208" y="5480844"/>
            <a:ext cx="2861760"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TİCARİLEŞME POTANSİYELİ VE SÜRDÜRÜLEBİLİRLİK</a:t>
            </a:r>
            <a:endParaRPr lang="en-US" sz="1550" dirty="0">
              <a:solidFill>
                <a:srgbClr val="1C4C61"/>
              </a:solidFill>
              <a:latin typeface="Aileron Bold"/>
            </a:endParaRPr>
          </a:p>
        </p:txBody>
      </p:sp>
      <p:sp>
        <p:nvSpPr>
          <p:cNvPr id="38" name="Freeform 45">
            <a:extLst>
              <a:ext uri="{FF2B5EF4-FFF2-40B4-BE49-F238E27FC236}">
                <a16:creationId xmlns:a16="http://schemas.microsoft.com/office/drawing/2014/main" id="{134C4621-932C-6164-8615-15948AE9D875}"/>
              </a:ext>
            </a:extLst>
          </p:cNvPr>
          <p:cNvSpPr/>
          <p:nvPr/>
        </p:nvSpPr>
        <p:spPr>
          <a:xfrm>
            <a:off x="17604558" y="5582097"/>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39" name="Freeform 47">
            <a:extLst>
              <a:ext uri="{FF2B5EF4-FFF2-40B4-BE49-F238E27FC236}">
                <a16:creationId xmlns:a16="http://schemas.microsoft.com/office/drawing/2014/main" id="{1C5905DD-51FF-5832-7EC7-E9241C240500}"/>
              </a:ext>
            </a:extLst>
          </p:cNvPr>
          <p:cNvSpPr/>
          <p:nvPr/>
        </p:nvSpPr>
        <p:spPr>
          <a:xfrm>
            <a:off x="17649258" y="4121746"/>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0" name="Freeform 22">
            <a:extLst>
              <a:ext uri="{FF2B5EF4-FFF2-40B4-BE49-F238E27FC236}">
                <a16:creationId xmlns:a16="http://schemas.microsoft.com/office/drawing/2014/main" id="{EA2B1658-CC24-D65C-025C-4AA3694E2302}"/>
              </a:ext>
            </a:extLst>
          </p:cNvPr>
          <p:cNvSpPr/>
          <p:nvPr/>
        </p:nvSpPr>
        <p:spPr>
          <a:xfrm>
            <a:off x="17610634" y="2643209"/>
            <a:ext cx="194553" cy="194553"/>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1" name="Freeform 44">
            <a:extLst>
              <a:ext uri="{FF2B5EF4-FFF2-40B4-BE49-F238E27FC236}">
                <a16:creationId xmlns:a16="http://schemas.microsoft.com/office/drawing/2014/main" id="{B13EACD3-4024-4A45-A113-99844C844BF4}"/>
              </a:ext>
            </a:extLst>
          </p:cNvPr>
          <p:cNvSpPr/>
          <p:nvPr/>
        </p:nvSpPr>
        <p:spPr>
          <a:xfrm>
            <a:off x="17606643" y="7089284"/>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2" name="TextBox 38">
            <a:extLst>
              <a:ext uri="{FF2B5EF4-FFF2-40B4-BE49-F238E27FC236}">
                <a16:creationId xmlns:a16="http://schemas.microsoft.com/office/drawing/2014/main" id="{8455A1E9-D3D3-802B-3D2A-D363D2CCB9A0}"/>
              </a:ext>
            </a:extLst>
          </p:cNvPr>
          <p:cNvSpPr txBox="1"/>
          <p:nvPr/>
        </p:nvSpPr>
        <p:spPr>
          <a:xfrm>
            <a:off x="15951101" y="6975476"/>
            <a:ext cx="1693723"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HEDEF KİTLE</a:t>
            </a:r>
            <a:endParaRPr lang="en-US" sz="1550" dirty="0">
              <a:solidFill>
                <a:srgbClr val="1C4C61"/>
              </a:solidFill>
              <a:latin typeface="Aileron Bold"/>
            </a:endParaRPr>
          </a:p>
        </p:txBody>
      </p:sp>
      <p:sp>
        <p:nvSpPr>
          <p:cNvPr id="43" name="Freeform 44">
            <a:extLst>
              <a:ext uri="{FF2B5EF4-FFF2-40B4-BE49-F238E27FC236}">
                <a16:creationId xmlns:a16="http://schemas.microsoft.com/office/drawing/2014/main" id="{DB98E4A3-85EE-B023-EFAA-F3710776BC13}"/>
              </a:ext>
            </a:extLst>
          </p:cNvPr>
          <p:cNvSpPr/>
          <p:nvPr/>
        </p:nvSpPr>
        <p:spPr>
          <a:xfrm>
            <a:off x="17644824" y="8340360"/>
            <a:ext cx="194553" cy="194553"/>
          </a:xfrm>
          <a:custGeom>
            <a:avLst/>
            <a:gdLst/>
            <a:ahLst/>
            <a:cxnLst/>
            <a:rect l="l" t="t" r="r" b="b"/>
            <a:pathLst>
              <a:path w="194553" h="194553">
                <a:moveTo>
                  <a:pt x="0" y="0"/>
                </a:moveTo>
                <a:lnTo>
                  <a:pt x="194553" y="0"/>
                </a:lnTo>
                <a:lnTo>
                  <a:pt x="194553" y="194553"/>
                </a:lnTo>
                <a:lnTo>
                  <a:pt x="0" y="194553"/>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44" name="TextBox 39">
            <a:extLst>
              <a:ext uri="{FF2B5EF4-FFF2-40B4-BE49-F238E27FC236}">
                <a16:creationId xmlns:a16="http://schemas.microsoft.com/office/drawing/2014/main" id="{3F1DEEB1-EDD2-415C-ADF1-DF3D23C5D9EA}"/>
              </a:ext>
            </a:extLst>
          </p:cNvPr>
          <p:cNvSpPr txBox="1"/>
          <p:nvPr/>
        </p:nvSpPr>
        <p:spPr>
          <a:xfrm>
            <a:off x="15606620" y="6166515"/>
            <a:ext cx="2174945" cy="540725"/>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45" name="AutoShape 20">
            <a:extLst>
              <a:ext uri="{FF2B5EF4-FFF2-40B4-BE49-F238E27FC236}">
                <a16:creationId xmlns:a16="http://schemas.microsoft.com/office/drawing/2014/main" id="{C177B340-83B9-7F75-5E49-60ABB4871AAF}"/>
              </a:ext>
            </a:extLst>
          </p:cNvPr>
          <p:cNvSpPr/>
          <p:nvPr/>
        </p:nvSpPr>
        <p:spPr>
          <a:xfrm flipV="1">
            <a:off x="17684289" y="1529113"/>
            <a:ext cx="1209" cy="7481052"/>
          </a:xfrm>
          <a:prstGeom prst="line">
            <a:avLst/>
          </a:prstGeom>
          <a:ln w="38100" cap="flat">
            <a:solidFill>
              <a:srgbClr val="344C54"/>
            </a:solidFill>
            <a:prstDash val="solid"/>
            <a:headEnd type="none" w="sm" len="sm"/>
            <a:tailEnd type="none" w="sm" len="sm"/>
          </a:ln>
        </p:spPr>
        <p:txBody>
          <a:bodyPr/>
          <a:lstStyle/>
          <a:p>
            <a:endParaRPr lang="tr-TR"/>
          </a:p>
        </p:txBody>
      </p:sp>
      <p:sp>
        <p:nvSpPr>
          <p:cNvPr id="46" name="Freeform 21">
            <a:extLst>
              <a:ext uri="{FF2B5EF4-FFF2-40B4-BE49-F238E27FC236}">
                <a16:creationId xmlns:a16="http://schemas.microsoft.com/office/drawing/2014/main" id="{8D3AD2F8-13F4-ECEC-AFAE-203EB0CC37FE}"/>
              </a:ext>
            </a:extLst>
          </p:cNvPr>
          <p:cNvSpPr/>
          <p:nvPr/>
        </p:nvSpPr>
        <p:spPr>
          <a:xfrm>
            <a:off x="17530671" y="1861494"/>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47" name="TextBox 40">
            <a:extLst>
              <a:ext uri="{FF2B5EF4-FFF2-40B4-BE49-F238E27FC236}">
                <a16:creationId xmlns:a16="http://schemas.microsoft.com/office/drawing/2014/main" id="{21991526-22C8-463C-0165-BB685E94A0F2}"/>
              </a:ext>
            </a:extLst>
          </p:cNvPr>
          <p:cNvSpPr txBox="1"/>
          <p:nvPr/>
        </p:nvSpPr>
        <p:spPr>
          <a:xfrm>
            <a:off x="16640572" y="2436841"/>
            <a:ext cx="1040826" cy="258597"/>
          </a:xfrm>
          <a:prstGeom prst="rect">
            <a:avLst/>
          </a:prstGeom>
        </p:spPr>
        <p:txBody>
          <a:bodyPr wrap="square" lIns="0" tIns="0" rIns="0" bIns="0" rtlCol="0" anchor="t">
            <a:spAutoFit/>
          </a:bodyPr>
          <a:lstStyle/>
          <a:p>
            <a:pPr algn="ctr">
              <a:lnSpc>
                <a:spcPts val="2232"/>
              </a:lnSpc>
            </a:pPr>
            <a:r>
              <a:rPr lang="tr-TR" sz="1550" dirty="0">
                <a:solidFill>
                  <a:srgbClr val="1C4C61"/>
                </a:solidFill>
                <a:latin typeface="Aileron Bold"/>
              </a:rPr>
              <a:t>ÖZET</a:t>
            </a:r>
            <a:endParaRPr lang="en-US" sz="1550" dirty="0">
              <a:solidFill>
                <a:srgbClr val="1C4C61"/>
              </a:solidFill>
              <a:latin typeface="Aileron Bold"/>
            </a:endParaRPr>
          </a:p>
        </p:txBody>
      </p:sp>
      <p:sp>
        <p:nvSpPr>
          <p:cNvPr id="48" name="TextBox 42">
            <a:extLst>
              <a:ext uri="{FF2B5EF4-FFF2-40B4-BE49-F238E27FC236}">
                <a16:creationId xmlns:a16="http://schemas.microsoft.com/office/drawing/2014/main" id="{70E2D7B6-5DE6-891B-494D-6760DF7109E3}"/>
              </a:ext>
            </a:extLst>
          </p:cNvPr>
          <p:cNvSpPr txBox="1"/>
          <p:nvPr/>
        </p:nvSpPr>
        <p:spPr>
          <a:xfrm>
            <a:off x="15602501" y="1949414"/>
            <a:ext cx="2174945" cy="258597"/>
          </a:xfrm>
          <a:prstGeom prst="rect">
            <a:avLst/>
          </a:prstGeom>
        </p:spPr>
        <p:txBody>
          <a:bodyPr wrap="square" lIns="0" tIns="0" rIns="0" bIns="0" rtlCol="0" anchor="t">
            <a:spAutoFit/>
          </a:bodyPr>
          <a:lstStyle/>
          <a:p>
            <a:pPr algn="ctr">
              <a:lnSpc>
                <a:spcPts val="2232"/>
              </a:lnSpc>
            </a:pPr>
            <a:r>
              <a:rPr lang="en-US" sz="1594" dirty="0">
                <a:solidFill>
                  <a:srgbClr val="1C4C61"/>
                </a:solidFill>
                <a:latin typeface="Aileron Bold"/>
              </a:rPr>
              <a:t>T</a:t>
            </a:r>
            <a:r>
              <a:rPr lang="tr-TR" sz="1550" dirty="0">
                <a:solidFill>
                  <a:srgbClr val="1C4C61"/>
                </a:solidFill>
                <a:latin typeface="Aileron Bold"/>
              </a:rPr>
              <a:t>AKIM</a:t>
            </a:r>
            <a:r>
              <a:rPr lang="tr-TR" sz="1594" dirty="0">
                <a:solidFill>
                  <a:srgbClr val="1C4C61"/>
                </a:solidFill>
                <a:latin typeface="Aileron Bold"/>
              </a:rPr>
              <a:t> TANITIM</a:t>
            </a:r>
            <a:endParaRPr lang="en-US" sz="1594" dirty="0">
              <a:solidFill>
                <a:srgbClr val="1C4C61"/>
              </a:solidFill>
              <a:latin typeface="Aileron Bold"/>
            </a:endParaRPr>
          </a:p>
        </p:txBody>
      </p:sp>
      <p:sp>
        <p:nvSpPr>
          <p:cNvPr id="49" name="Freeform 21">
            <a:extLst>
              <a:ext uri="{FF2B5EF4-FFF2-40B4-BE49-F238E27FC236}">
                <a16:creationId xmlns:a16="http://schemas.microsoft.com/office/drawing/2014/main" id="{3E71A7E9-3254-5588-2EF3-124FAA664419}"/>
              </a:ext>
            </a:extLst>
          </p:cNvPr>
          <p:cNvSpPr/>
          <p:nvPr/>
        </p:nvSpPr>
        <p:spPr>
          <a:xfrm>
            <a:off x="17532778" y="238102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0" name="Freeform 22">
            <a:extLst>
              <a:ext uri="{FF2B5EF4-FFF2-40B4-BE49-F238E27FC236}">
                <a16:creationId xmlns:a16="http://schemas.microsoft.com/office/drawing/2014/main" id="{968C9A39-1977-238D-4700-040D71A58C25}"/>
              </a:ext>
            </a:extLst>
          </p:cNvPr>
          <p:cNvSpPr/>
          <p:nvPr/>
        </p:nvSpPr>
        <p:spPr>
          <a:xfrm>
            <a:off x="17616416" y="246418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1" name="Freeform 21">
            <a:extLst>
              <a:ext uri="{FF2B5EF4-FFF2-40B4-BE49-F238E27FC236}">
                <a16:creationId xmlns:a16="http://schemas.microsoft.com/office/drawing/2014/main" id="{4CB074F7-8E6F-337C-260D-392A742BEC6B}"/>
              </a:ext>
            </a:extLst>
          </p:cNvPr>
          <p:cNvSpPr/>
          <p:nvPr/>
        </p:nvSpPr>
        <p:spPr>
          <a:xfrm>
            <a:off x="17530670" y="293822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2" name="Freeform 22">
            <a:extLst>
              <a:ext uri="{FF2B5EF4-FFF2-40B4-BE49-F238E27FC236}">
                <a16:creationId xmlns:a16="http://schemas.microsoft.com/office/drawing/2014/main" id="{F1067AD9-C71A-05F2-537F-D1584E079776}"/>
              </a:ext>
            </a:extLst>
          </p:cNvPr>
          <p:cNvSpPr/>
          <p:nvPr/>
        </p:nvSpPr>
        <p:spPr>
          <a:xfrm>
            <a:off x="17621365" y="30114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3" name="Freeform 21">
            <a:extLst>
              <a:ext uri="{FF2B5EF4-FFF2-40B4-BE49-F238E27FC236}">
                <a16:creationId xmlns:a16="http://schemas.microsoft.com/office/drawing/2014/main" id="{B8C4227A-7F85-847E-5092-ED8245B0C9DB}"/>
              </a:ext>
            </a:extLst>
          </p:cNvPr>
          <p:cNvSpPr/>
          <p:nvPr/>
        </p:nvSpPr>
        <p:spPr>
          <a:xfrm>
            <a:off x="17528868" y="3553352"/>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4" name="Freeform 22">
            <a:extLst>
              <a:ext uri="{FF2B5EF4-FFF2-40B4-BE49-F238E27FC236}">
                <a16:creationId xmlns:a16="http://schemas.microsoft.com/office/drawing/2014/main" id="{890052E9-C95A-334C-6906-B113BBD153BC}"/>
              </a:ext>
            </a:extLst>
          </p:cNvPr>
          <p:cNvSpPr/>
          <p:nvPr/>
        </p:nvSpPr>
        <p:spPr>
          <a:xfrm>
            <a:off x="17606261" y="3642080"/>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5" name="Freeform 21">
            <a:extLst>
              <a:ext uri="{FF2B5EF4-FFF2-40B4-BE49-F238E27FC236}">
                <a16:creationId xmlns:a16="http://schemas.microsoft.com/office/drawing/2014/main" id="{DDBAF4EB-7E9A-609F-0D99-FE2DD00F5AE0}"/>
              </a:ext>
            </a:extLst>
          </p:cNvPr>
          <p:cNvSpPr/>
          <p:nvPr/>
        </p:nvSpPr>
        <p:spPr>
          <a:xfrm>
            <a:off x="17500139" y="414106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6" name="Freeform 22">
            <a:extLst>
              <a:ext uri="{FF2B5EF4-FFF2-40B4-BE49-F238E27FC236}">
                <a16:creationId xmlns:a16="http://schemas.microsoft.com/office/drawing/2014/main" id="{67823A77-FC3E-E9E9-426F-4F83212B1C09}"/>
              </a:ext>
            </a:extLst>
          </p:cNvPr>
          <p:cNvSpPr/>
          <p:nvPr/>
        </p:nvSpPr>
        <p:spPr>
          <a:xfrm>
            <a:off x="17592385" y="422958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7" name="Freeform 21">
            <a:extLst>
              <a:ext uri="{FF2B5EF4-FFF2-40B4-BE49-F238E27FC236}">
                <a16:creationId xmlns:a16="http://schemas.microsoft.com/office/drawing/2014/main" id="{7DF353E6-1C97-56C4-E7F6-8162A26E5EE6}"/>
              </a:ext>
            </a:extLst>
          </p:cNvPr>
          <p:cNvSpPr/>
          <p:nvPr/>
        </p:nvSpPr>
        <p:spPr>
          <a:xfrm>
            <a:off x="17531608" y="482134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58" name="Freeform 22">
            <a:extLst>
              <a:ext uri="{FF2B5EF4-FFF2-40B4-BE49-F238E27FC236}">
                <a16:creationId xmlns:a16="http://schemas.microsoft.com/office/drawing/2014/main" id="{9763FEA4-97E3-59FF-C663-94B38B9B92F7}"/>
              </a:ext>
            </a:extLst>
          </p:cNvPr>
          <p:cNvSpPr/>
          <p:nvPr/>
        </p:nvSpPr>
        <p:spPr>
          <a:xfrm>
            <a:off x="17609371" y="1948001"/>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59" name="Freeform 21">
            <a:extLst>
              <a:ext uri="{FF2B5EF4-FFF2-40B4-BE49-F238E27FC236}">
                <a16:creationId xmlns:a16="http://schemas.microsoft.com/office/drawing/2014/main" id="{38CF7114-F885-720F-5190-80B4434AEB0F}"/>
              </a:ext>
            </a:extLst>
          </p:cNvPr>
          <p:cNvSpPr/>
          <p:nvPr/>
        </p:nvSpPr>
        <p:spPr>
          <a:xfrm>
            <a:off x="17500139" y="5530389"/>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0" name="Freeform 22">
            <a:extLst>
              <a:ext uri="{FF2B5EF4-FFF2-40B4-BE49-F238E27FC236}">
                <a16:creationId xmlns:a16="http://schemas.microsoft.com/office/drawing/2014/main" id="{861B0345-9254-613F-E0A2-E2D805A81FA3}"/>
              </a:ext>
            </a:extLst>
          </p:cNvPr>
          <p:cNvSpPr/>
          <p:nvPr/>
        </p:nvSpPr>
        <p:spPr>
          <a:xfrm>
            <a:off x="17592385" y="561891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1" name="Freeform 21">
            <a:extLst>
              <a:ext uri="{FF2B5EF4-FFF2-40B4-BE49-F238E27FC236}">
                <a16:creationId xmlns:a16="http://schemas.microsoft.com/office/drawing/2014/main" id="{3B0ACD4C-BA9A-38C5-B149-6B7B5274CDC6}"/>
              </a:ext>
            </a:extLst>
          </p:cNvPr>
          <p:cNvSpPr/>
          <p:nvPr/>
        </p:nvSpPr>
        <p:spPr>
          <a:xfrm>
            <a:off x="17517008" y="621833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2" name="Freeform 22">
            <a:extLst>
              <a:ext uri="{FF2B5EF4-FFF2-40B4-BE49-F238E27FC236}">
                <a16:creationId xmlns:a16="http://schemas.microsoft.com/office/drawing/2014/main" id="{E9579000-82C3-9524-29C2-AA2140D138DD}"/>
              </a:ext>
            </a:extLst>
          </p:cNvPr>
          <p:cNvSpPr/>
          <p:nvPr/>
        </p:nvSpPr>
        <p:spPr>
          <a:xfrm>
            <a:off x="17594242" y="6307212"/>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3" name="Freeform 21">
            <a:extLst>
              <a:ext uri="{FF2B5EF4-FFF2-40B4-BE49-F238E27FC236}">
                <a16:creationId xmlns:a16="http://schemas.microsoft.com/office/drawing/2014/main" id="{3FF203CB-E0D8-CE19-FC1B-149295ED052C}"/>
              </a:ext>
            </a:extLst>
          </p:cNvPr>
          <p:cNvSpPr/>
          <p:nvPr/>
        </p:nvSpPr>
        <p:spPr>
          <a:xfrm>
            <a:off x="17530944" y="7580031"/>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4" name="Freeform 22">
            <a:extLst>
              <a:ext uri="{FF2B5EF4-FFF2-40B4-BE49-F238E27FC236}">
                <a16:creationId xmlns:a16="http://schemas.microsoft.com/office/drawing/2014/main" id="{95DE5CC0-1183-EBC4-559C-5458E5A15FE1}"/>
              </a:ext>
            </a:extLst>
          </p:cNvPr>
          <p:cNvSpPr/>
          <p:nvPr/>
        </p:nvSpPr>
        <p:spPr>
          <a:xfrm>
            <a:off x="17621365" y="767629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6" name="Freeform 21">
            <a:extLst>
              <a:ext uri="{FF2B5EF4-FFF2-40B4-BE49-F238E27FC236}">
                <a16:creationId xmlns:a16="http://schemas.microsoft.com/office/drawing/2014/main" id="{EF158531-ABB9-120F-86CA-E8CB2AC75588}"/>
              </a:ext>
            </a:extLst>
          </p:cNvPr>
          <p:cNvSpPr/>
          <p:nvPr/>
        </p:nvSpPr>
        <p:spPr>
          <a:xfrm>
            <a:off x="17530471" y="6899108"/>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7" name="Freeform 22">
            <a:extLst>
              <a:ext uri="{FF2B5EF4-FFF2-40B4-BE49-F238E27FC236}">
                <a16:creationId xmlns:a16="http://schemas.microsoft.com/office/drawing/2014/main" id="{C5E1BCB1-C0D4-7FEE-B8A5-ABFC17AE0C63}"/>
              </a:ext>
            </a:extLst>
          </p:cNvPr>
          <p:cNvSpPr/>
          <p:nvPr/>
        </p:nvSpPr>
        <p:spPr>
          <a:xfrm>
            <a:off x="17609371" y="6986933"/>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68" name="Freeform 21">
            <a:extLst>
              <a:ext uri="{FF2B5EF4-FFF2-40B4-BE49-F238E27FC236}">
                <a16:creationId xmlns:a16="http://schemas.microsoft.com/office/drawing/2014/main" id="{CE8FF379-33A0-D798-E466-37F6A49B1AB9}"/>
              </a:ext>
            </a:extLst>
          </p:cNvPr>
          <p:cNvSpPr/>
          <p:nvPr/>
        </p:nvSpPr>
        <p:spPr>
          <a:xfrm>
            <a:off x="17517007" y="820683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tr-TR"/>
          </a:p>
        </p:txBody>
      </p:sp>
      <p:sp>
        <p:nvSpPr>
          <p:cNvPr id="69" name="Freeform 22">
            <a:extLst>
              <a:ext uri="{FF2B5EF4-FFF2-40B4-BE49-F238E27FC236}">
                <a16:creationId xmlns:a16="http://schemas.microsoft.com/office/drawing/2014/main" id="{F6861965-F238-8CA3-F976-F6846FBC528C}"/>
              </a:ext>
            </a:extLst>
          </p:cNvPr>
          <p:cNvSpPr/>
          <p:nvPr/>
        </p:nvSpPr>
        <p:spPr>
          <a:xfrm>
            <a:off x="17599558" y="4900799"/>
            <a:ext cx="194553" cy="190609"/>
          </a:xfrm>
          <a:custGeom>
            <a:avLst/>
            <a:gdLst/>
            <a:ahLst/>
            <a:cxnLst/>
            <a:rect l="l" t="t" r="r" b="b"/>
            <a:pathLst>
              <a:path w="194553" h="194553">
                <a:moveTo>
                  <a:pt x="0" y="0"/>
                </a:moveTo>
                <a:lnTo>
                  <a:pt x="194553" y="0"/>
                </a:lnTo>
                <a:lnTo>
                  <a:pt x="194553" y="194554"/>
                </a:lnTo>
                <a:lnTo>
                  <a:pt x="0" y="19455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tr-TR"/>
          </a:p>
        </p:txBody>
      </p:sp>
      <p:sp>
        <p:nvSpPr>
          <p:cNvPr id="70" name="TextBox 34">
            <a:extLst>
              <a:ext uri="{FF2B5EF4-FFF2-40B4-BE49-F238E27FC236}">
                <a16:creationId xmlns:a16="http://schemas.microsoft.com/office/drawing/2014/main" id="{CE6E304F-FCD0-6C92-354A-33E5FAA4EB85}"/>
              </a:ext>
            </a:extLst>
          </p:cNvPr>
          <p:cNvSpPr txBox="1"/>
          <p:nvPr/>
        </p:nvSpPr>
        <p:spPr>
          <a:xfrm>
            <a:off x="15254285" y="2963338"/>
            <a:ext cx="2174945" cy="258597"/>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 TANIMI</a:t>
            </a:r>
            <a:endParaRPr lang="en-US" sz="1550" dirty="0">
              <a:solidFill>
                <a:srgbClr val="1C4C61"/>
              </a:solidFill>
              <a:latin typeface="Aileron Bold"/>
            </a:endParaRPr>
          </a:p>
        </p:txBody>
      </p:sp>
      <p:sp>
        <p:nvSpPr>
          <p:cNvPr id="71" name="Freeform 97">
            <a:extLst>
              <a:ext uri="{FF2B5EF4-FFF2-40B4-BE49-F238E27FC236}">
                <a16:creationId xmlns:a16="http://schemas.microsoft.com/office/drawing/2014/main" id="{03CC0676-2C07-31BC-3AF0-5E7A00231A33}"/>
              </a:ext>
            </a:extLst>
          </p:cNvPr>
          <p:cNvSpPr/>
          <p:nvPr/>
        </p:nvSpPr>
        <p:spPr>
          <a:xfrm>
            <a:off x="17568660" y="8859082"/>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126" name="Freeform 97">
            <a:extLst>
              <a:ext uri="{FF2B5EF4-FFF2-40B4-BE49-F238E27FC236}">
                <a16:creationId xmlns:a16="http://schemas.microsoft.com/office/drawing/2014/main" id="{41AA9057-22B2-818E-FAAC-DB96C75808B4}"/>
              </a:ext>
            </a:extLst>
          </p:cNvPr>
          <p:cNvSpPr/>
          <p:nvPr/>
        </p:nvSpPr>
        <p:spPr>
          <a:xfrm>
            <a:off x="17542281" y="1370243"/>
            <a:ext cx="295907" cy="317741"/>
          </a:xfrm>
          <a:custGeom>
            <a:avLst/>
            <a:gdLst/>
            <a:ahLst/>
            <a:cxnLst/>
            <a:rect l="l" t="t" r="r" b="b"/>
            <a:pathLst>
              <a:path w="369651" h="369651">
                <a:moveTo>
                  <a:pt x="0" y="0"/>
                </a:moveTo>
                <a:lnTo>
                  <a:pt x="369651" y="0"/>
                </a:lnTo>
                <a:lnTo>
                  <a:pt x="369651" y="369651"/>
                </a:lnTo>
                <a:lnTo>
                  <a:pt x="0" y="369651"/>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tr-TR"/>
          </a:p>
        </p:txBody>
      </p:sp>
      <p:sp>
        <p:nvSpPr>
          <p:cNvPr id="72" name="TextBox 114">
            <a:extLst>
              <a:ext uri="{FF2B5EF4-FFF2-40B4-BE49-F238E27FC236}">
                <a16:creationId xmlns:a16="http://schemas.microsoft.com/office/drawing/2014/main" id="{077667AD-FA18-0FF0-5B30-3BD9109D15A4}"/>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flipV="1">
            <a:off x="620114" y="1287907"/>
            <a:ext cx="16980285" cy="122000"/>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6" name="AutoShape 6"/>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sp>
        <p:nvSpPr>
          <p:cNvPr id="7" name="AutoShape 7"/>
          <p:cNvSpPr>
            <a:spLocks noGrp="1" noRot="1" noMove="1" noResize="1" noEditPoints="1" noAdjustHandles="1" noChangeArrowheads="1" noChangeShapeType="1"/>
          </p:cNvSpPr>
          <p:nvPr/>
        </p:nvSpPr>
        <p:spPr>
          <a:xfrm flipV="1">
            <a:off x="11136600" y="9253436"/>
            <a:ext cx="0" cy="2067128"/>
          </a:xfrm>
          <a:prstGeom prst="line">
            <a:avLst/>
          </a:prstGeom>
          <a:ln w="38100" cap="flat">
            <a:solidFill>
              <a:srgbClr val="344C54"/>
            </a:solidFill>
            <a:prstDash val="solid"/>
            <a:headEnd type="none" w="sm" len="sm"/>
            <a:tailEnd type="none" w="sm" len="sm"/>
          </a:ln>
        </p:spPr>
        <p:txBody>
          <a:bodyPr/>
          <a:lstStyle/>
          <a:p>
            <a:endParaRPr lang="tr-TR"/>
          </a:p>
        </p:txBody>
      </p:sp>
      <p:sp>
        <p:nvSpPr>
          <p:cNvPr id="8" name="TextBox 8"/>
          <p:cNvSpPr txBox="1">
            <a:spLocks noGrp="1" noRot="1" noMove="1" noResize="1" noEditPoints="1" noAdjustHandles="1" noChangeArrowheads="1" noChangeShapeType="1"/>
          </p:cNvSpPr>
          <p:nvPr/>
        </p:nvSpPr>
        <p:spPr>
          <a:xfrm>
            <a:off x="3814152" y="315724"/>
            <a:ext cx="10715094" cy="820738"/>
          </a:xfrm>
          <a:prstGeom prst="rect">
            <a:avLst/>
          </a:prstGeom>
        </p:spPr>
        <p:txBody>
          <a:bodyPr lIns="0" tIns="0" rIns="0" bIns="0" rtlCol="0" anchor="t">
            <a:spAutoFit/>
          </a:bodyPr>
          <a:lstStyle/>
          <a:p>
            <a:pPr algn="ctr">
              <a:lnSpc>
                <a:spcPts val="6399"/>
              </a:lnSpc>
              <a:spcBef>
                <a:spcPct val="0"/>
              </a:spcBef>
            </a:pPr>
            <a:r>
              <a:rPr lang="en-US" sz="6399" dirty="0">
                <a:solidFill>
                  <a:srgbClr val="1A426A"/>
                </a:solidFill>
                <a:latin typeface="Active Heart"/>
              </a:rPr>
              <a:t>TEŞEKKÜRLER</a:t>
            </a: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p:cNvSpPr>
          <p:nvPr/>
        </p:nvSpPr>
        <p:spPr>
          <a:xfrm>
            <a:off x="17830801" y="9607673"/>
            <a:ext cx="457199" cy="519822"/>
          </a:xfrm>
          <a:prstGeom prst="rect">
            <a:avLst/>
          </a:prstGeom>
        </p:spPr>
        <p:txBody>
          <a:bodyPr wrap="square" lIns="0" tIns="0" rIns="0" bIns="0" rtlCol="0" anchor="t">
            <a:spAutoFit/>
          </a:bodyPr>
          <a:lstStyle/>
          <a:p>
            <a:pPr algn="ctr">
              <a:lnSpc>
                <a:spcPts val="4759"/>
              </a:lnSpc>
            </a:pPr>
            <a:r>
              <a:rPr lang="tr-TR" sz="3399" dirty="0">
                <a:solidFill>
                  <a:srgbClr val="1A426A"/>
                </a:solidFill>
                <a:latin typeface="Active Heart"/>
              </a:rPr>
              <a:t>12</a:t>
            </a:r>
            <a:endParaRPr lang="en-US" sz="3399" dirty="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2" name="Freeform 12"/>
          <p:cNvSpPr>
            <a:spLocks noGrp="1" noRot="1" noMove="1" noResize="1" noEditPoints="1" noAdjustHandles="1" noChangeArrowheads="1" noChangeShapeType="1"/>
          </p:cNvSpPr>
          <p:nvPr/>
        </p:nvSpPr>
        <p:spPr>
          <a:xfrm>
            <a:off x="792284"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7"/>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834486"/>
            <a:ext cx="2130891"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19" name="Freeform 19"/>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tr-TR"/>
          </a:p>
        </p:txBody>
      </p:sp>
      <p:sp>
        <p:nvSpPr>
          <p:cNvPr id="21" name="TextBox 20"/>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18" name="Picture 2">
            <a:extLst>
              <a:ext uri="{FF2B5EF4-FFF2-40B4-BE49-F238E27FC236}">
                <a16:creationId xmlns:a16="http://schemas.microsoft.com/office/drawing/2014/main" id="{EE9B319A-B165-ED07-78B3-CC0652ACF31E}"/>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049405" y="4673458"/>
            <a:ext cx="6531602" cy="4341894"/>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14">
            <a:extLst>
              <a:ext uri="{FF2B5EF4-FFF2-40B4-BE49-F238E27FC236}">
                <a16:creationId xmlns:a16="http://schemas.microsoft.com/office/drawing/2014/main" id="{B53ABA83-6998-9228-A80B-9E582C026CA8}"/>
              </a:ext>
            </a:extLst>
          </p:cNvPr>
          <p:cNvSpPr txBox="1">
            <a:spLocks/>
          </p:cNvSpPr>
          <p:nvPr/>
        </p:nvSpPr>
        <p:spPr>
          <a:xfrm>
            <a:off x="2884469" y="9504815"/>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5</a:t>
            </a:r>
            <a:r>
              <a:rPr lang="en-US" dirty="0">
                <a:solidFill>
                  <a:srgbClr val="1A426A"/>
                </a:solidFill>
                <a:latin typeface="Active Heart"/>
              </a:rPr>
              <a:t> TEKNOFEST </a:t>
            </a:r>
            <a:r>
              <a:rPr lang="tr-TR" dirty="0">
                <a:solidFill>
                  <a:srgbClr val="1A426A"/>
                </a:solidFill>
                <a:latin typeface="Active Heart"/>
              </a:rPr>
              <a:t>İSTANBUL </a:t>
            </a:r>
            <a:r>
              <a:rPr lang="en-US" dirty="0">
                <a:solidFill>
                  <a:srgbClr val="1A426A"/>
                </a:solidFill>
                <a:latin typeface="Active Heart"/>
              </a:rPr>
              <a:t>.......................... KATEGORİSİ PROJE SUNUM ŞABLONU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8196" y="1028700"/>
            <a:ext cx="17041027" cy="8771632"/>
          </a:xfrm>
          <a:prstGeom prst="rect">
            <a:avLst/>
          </a:prstGeom>
        </p:spPr>
        <p:txBody>
          <a:bodyPr wrap="square" lIns="0" tIns="0" rIns="0" bIns="0" rtlCol="0" anchor="t">
            <a:spAutoFit/>
          </a:bodyPr>
          <a:lstStyle/>
          <a:p>
            <a:r>
              <a:rPr lang="tr-TR" sz="1900" dirty="0"/>
              <a:t>Aşağıda belirtilen kurallar, proje sunum dosyalarının hazırlanması, yüklenmesi ve sunum aşamasıyla ilgili gereklilikleri içermektedir. Takımların, belirlenen kurallara tam uyum sağlaması beklenmektedir.</a:t>
            </a:r>
          </a:p>
          <a:p>
            <a:endParaRPr lang="tr-TR" sz="1900" dirty="0"/>
          </a:p>
          <a:p>
            <a:r>
              <a:rPr lang="tr-TR" sz="1900" b="1" u="sng" dirty="0"/>
              <a:t>1. Genel Şablon Kullanımı</a:t>
            </a:r>
          </a:p>
          <a:p>
            <a:pPr>
              <a:buFont typeface="Arial" panose="020B0604020202020204" pitchFamily="34" charset="0"/>
              <a:buChar char="•"/>
            </a:pPr>
            <a:r>
              <a:rPr lang="tr-TR" sz="1900" dirty="0"/>
              <a:t> Sunum için sağlanan </a:t>
            </a:r>
            <a:r>
              <a:rPr lang="tr-TR" sz="1900" b="1" dirty="0"/>
              <a:t>şablon aynen kullanılmalı</a:t>
            </a:r>
            <a:r>
              <a:rPr lang="tr-TR" sz="1900" dirty="0"/>
              <a:t>, herhangi bir format veya sayfa düzeni değişikliği yapılmamalıdır.</a:t>
            </a:r>
          </a:p>
          <a:p>
            <a:pPr>
              <a:buFont typeface="Arial" panose="020B0604020202020204" pitchFamily="34" charset="0"/>
              <a:buChar char="•"/>
            </a:pPr>
            <a:r>
              <a:rPr lang="tr-TR" sz="1900" b="1" dirty="0"/>
              <a:t> Konu başlıkları altındaki kırmızı açıklamalar kaldırılmalı</a:t>
            </a:r>
            <a:r>
              <a:rPr lang="tr-TR" sz="1900" dirty="0"/>
              <a:t> ve yerine takımlar kendi açıklamalarını, görsellerini veya içeriklerini eklemelidir.</a:t>
            </a:r>
          </a:p>
          <a:p>
            <a:pPr>
              <a:buFont typeface="Arial" panose="020B0604020202020204" pitchFamily="34" charset="0"/>
              <a:buChar char="•"/>
            </a:pPr>
            <a:r>
              <a:rPr lang="tr-TR" sz="1900" dirty="0"/>
              <a:t> Font tipi ve boyutu </a:t>
            </a:r>
            <a:r>
              <a:rPr lang="tr-TR" sz="1900" b="1" dirty="0"/>
              <a:t>serbesttir</a:t>
            </a:r>
            <a:r>
              <a:rPr lang="tr-TR" sz="1900" dirty="0"/>
              <a:t>, ancak toplam sayfa sayısı sınırları aşılmamalıdır.</a:t>
            </a:r>
          </a:p>
          <a:p>
            <a:endParaRPr lang="tr-TR" sz="1900" dirty="0"/>
          </a:p>
          <a:p>
            <a:r>
              <a:rPr lang="tr-TR" sz="1900" b="1" u="sng" dirty="0"/>
              <a:t>2. Sayfa Düzeni ve İçerik Kuralları</a:t>
            </a:r>
          </a:p>
          <a:p>
            <a:pPr>
              <a:buFont typeface="Arial" panose="020B0604020202020204" pitchFamily="34" charset="0"/>
              <a:buChar char="•"/>
            </a:pPr>
            <a:r>
              <a:rPr lang="tr-TR" sz="1900" b="1" dirty="0"/>
              <a:t> Sayfa alt kısmında</a:t>
            </a:r>
            <a:r>
              <a:rPr lang="tr-TR" sz="1900" dirty="0"/>
              <a:t> yer alan </a:t>
            </a:r>
            <a:r>
              <a:rPr lang="tr-TR" sz="1900" b="1" dirty="0"/>
              <a:t>TAKIM ADI – ID – BAŞVURU ID – YARIŞMA KATEGORİSİ – YARIŞMA SEVİYESİ</a:t>
            </a:r>
            <a:r>
              <a:rPr lang="tr-TR" sz="1900" dirty="0"/>
              <a:t> bilgileri </a:t>
            </a:r>
            <a:r>
              <a:rPr lang="tr-TR" sz="1900" b="1" dirty="0"/>
              <a:t>tüm sayfalarda aynı pozisyonda ve formatta</a:t>
            </a:r>
            <a:r>
              <a:rPr lang="tr-TR" sz="1900" dirty="0"/>
              <a:t> olmalıdır.</a:t>
            </a:r>
          </a:p>
          <a:p>
            <a:pPr>
              <a:buFont typeface="Arial" panose="020B0604020202020204" pitchFamily="34" charset="0"/>
              <a:buChar char="•"/>
            </a:pPr>
            <a:r>
              <a:rPr lang="tr-TR" sz="1900" dirty="0"/>
              <a:t> Her başlık altında </a:t>
            </a:r>
            <a:r>
              <a:rPr lang="tr-TR" sz="1900" b="1" dirty="0"/>
              <a:t>yalnızca ilgili konu anlatılmalıdır</a:t>
            </a:r>
            <a:r>
              <a:rPr lang="tr-TR" sz="1900" dirty="0"/>
              <a:t>; farklı bir başlığa yönelik içerik eklenmemelidir.</a:t>
            </a:r>
          </a:p>
          <a:p>
            <a:pPr>
              <a:buFont typeface="Arial" panose="020B0604020202020204" pitchFamily="34" charset="0"/>
              <a:buChar char="•"/>
            </a:pPr>
            <a:r>
              <a:rPr lang="tr-TR" sz="1900" dirty="0"/>
              <a:t> Sunum içeriğinde </a:t>
            </a:r>
            <a:r>
              <a:rPr lang="tr-TR" sz="1900" b="1" dirty="0"/>
              <a:t>tekrarlayan veya birbirinin aynısı olan ifadeler </a:t>
            </a:r>
            <a:r>
              <a:rPr lang="tr-TR" sz="1900" b="1" u="sng" dirty="0"/>
              <a:t>bulunmamalıdır</a:t>
            </a:r>
            <a:r>
              <a:rPr lang="tr-TR" sz="1900" dirty="0"/>
              <a:t>. Metinler, açık ve anlaşılır bir dille yazılmalıdır.</a:t>
            </a:r>
          </a:p>
          <a:p>
            <a:pPr>
              <a:buFont typeface="Arial" panose="020B0604020202020204" pitchFamily="34" charset="0"/>
              <a:buChar char="•"/>
            </a:pPr>
            <a:r>
              <a:rPr lang="tr-TR" sz="1900" b="1" dirty="0"/>
              <a:t> Takım tanıtım sayfasında</a:t>
            </a:r>
            <a:r>
              <a:rPr lang="tr-TR" sz="1900" dirty="0"/>
              <a:t>, takım üyelerinin fotoğrafları isteğe bağlı olarak eklenebilir.</a:t>
            </a:r>
          </a:p>
          <a:p>
            <a:pPr>
              <a:buFont typeface="Arial" panose="020B0604020202020204" pitchFamily="34" charset="0"/>
              <a:buChar char="•"/>
            </a:pPr>
            <a:r>
              <a:rPr lang="tr-TR" sz="1900" dirty="0"/>
              <a:t> Metin ve görsel tasarımı, </a:t>
            </a:r>
            <a:r>
              <a:rPr lang="tr-TR" sz="1900" b="1" dirty="0"/>
              <a:t>kapak sayfası, takım tanıtım sayfası, SWOT analizi ve teşekkür sayfası hariç</a:t>
            </a:r>
            <a:r>
              <a:rPr lang="tr-TR" sz="1900" dirty="0"/>
              <a:t> takımların inisiyatifindedir.</a:t>
            </a:r>
          </a:p>
          <a:p>
            <a:pPr>
              <a:buFont typeface="Arial" panose="020B0604020202020204" pitchFamily="34" charset="0"/>
              <a:buChar char="•"/>
            </a:pPr>
            <a:r>
              <a:rPr lang="tr-TR" sz="1900" b="1" dirty="0"/>
              <a:t> Ek görseller</a:t>
            </a:r>
            <a:r>
              <a:rPr lang="tr-TR" sz="1900" dirty="0"/>
              <a:t> eklenecekse, şablonun düzeni bozulmadan ve sayfa sınırı kurallarına uygun şekilde yerleştirilmelidir.</a:t>
            </a:r>
          </a:p>
          <a:p>
            <a:endParaRPr lang="tr-TR" sz="1900" dirty="0"/>
          </a:p>
          <a:p>
            <a:r>
              <a:rPr lang="tr-TR" sz="1900" b="1" u="sng" dirty="0"/>
              <a:t>3. Sayfa ve Dosya Sınırlandırmaları</a:t>
            </a:r>
          </a:p>
          <a:p>
            <a:pPr>
              <a:buFont typeface="Arial" panose="020B0604020202020204" pitchFamily="34" charset="0"/>
              <a:buChar char="•"/>
            </a:pPr>
            <a:r>
              <a:rPr lang="tr-TR" sz="1900" dirty="0"/>
              <a:t> Sunum dosyası, Kapak sayfası dahil </a:t>
            </a:r>
            <a:r>
              <a:rPr lang="tr-TR" sz="1900" b="1" dirty="0"/>
              <a:t>toplamda 16 sayfayı geçmemelidir</a:t>
            </a:r>
            <a:r>
              <a:rPr lang="tr-TR" sz="1900" dirty="0"/>
              <a:t>.</a:t>
            </a:r>
          </a:p>
          <a:p>
            <a:pPr>
              <a:buFont typeface="Arial" panose="020B0604020202020204" pitchFamily="34" charset="0"/>
              <a:buChar char="•"/>
            </a:pPr>
            <a:r>
              <a:rPr lang="tr-TR" sz="1900" b="1" dirty="0"/>
              <a:t> Her sayfada belirtilen sayfa sınırı </a:t>
            </a:r>
            <a:r>
              <a:rPr lang="tr-TR" sz="1900" b="1" u="sng" dirty="0"/>
              <a:t>aşılmamalıdır</a:t>
            </a:r>
            <a:r>
              <a:rPr lang="tr-TR" sz="1900" b="1" dirty="0"/>
              <a:t>.</a:t>
            </a:r>
            <a:r>
              <a:rPr lang="tr-TR" sz="1900" dirty="0"/>
              <a:t> Sayfa sınırının aşılması halinde </a:t>
            </a:r>
            <a:r>
              <a:rPr lang="tr-TR" sz="1900" b="1" dirty="0"/>
              <a:t>her fazla sayfa için 3 ceza puanı uygulanacaktır</a:t>
            </a:r>
            <a:r>
              <a:rPr lang="tr-TR" sz="1900" dirty="0"/>
              <a:t>.</a:t>
            </a:r>
          </a:p>
          <a:p>
            <a:pPr>
              <a:buFont typeface="Arial" panose="020B0604020202020204" pitchFamily="34" charset="0"/>
              <a:buChar char="•"/>
            </a:pPr>
            <a:r>
              <a:rPr lang="tr-TR" sz="1900" dirty="0"/>
              <a:t> Toplam sayfa sınırı aşıldığında, </a:t>
            </a:r>
            <a:r>
              <a:rPr lang="tr-TR" sz="1900" b="1" dirty="0"/>
              <a:t>sistem dosya yüklemesini kabul etmeyecektir.</a:t>
            </a:r>
          </a:p>
          <a:p>
            <a:pPr>
              <a:buFont typeface="Arial" panose="020B0604020202020204" pitchFamily="34" charset="0"/>
              <a:buChar char="•"/>
            </a:pPr>
            <a:r>
              <a:rPr lang="tr-TR" sz="1900" dirty="0"/>
              <a:t> Sunum dosyası, </a:t>
            </a:r>
            <a:r>
              <a:rPr lang="tr-TR" sz="1900" b="1" dirty="0"/>
              <a:t>PDF formatında ve maksimum 75 MB boyutunda</a:t>
            </a:r>
            <a:r>
              <a:rPr lang="tr-TR" sz="1900" dirty="0"/>
              <a:t> olmalıdır. Aksi takdirde sistem yükleme işlemini gerçekleştirmeyecektir.</a:t>
            </a:r>
          </a:p>
          <a:p>
            <a:endParaRPr lang="tr-TR" sz="1900" dirty="0"/>
          </a:p>
          <a:p>
            <a:r>
              <a:rPr lang="tr-TR" sz="1900" b="1" u="sng" dirty="0"/>
              <a:t>4. Sunum Süreci ve Yükleme Kuralları</a:t>
            </a:r>
          </a:p>
          <a:p>
            <a:pPr>
              <a:buFont typeface="Arial" panose="020B0604020202020204" pitchFamily="34" charset="0"/>
              <a:buChar char="•"/>
            </a:pPr>
            <a:r>
              <a:rPr lang="tr-TR" sz="1900" b="1" dirty="0"/>
              <a:t> Sisteme yüklenen sunum üzerinden çevrim içi sunum aşaması gerçekleştirilecektir.</a:t>
            </a:r>
            <a:endParaRPr lang="tr-TR" sz="1900" dirty="0"/>
          </a:p>
          <a:p>
            <a:pPr>
              <a:buFont typeface="Arial" panose="020B0604020202020204" pitchFamily="34" charset="0"/>
              <a:buChar char="•"/>
            </a:pPr>
            <a:r>
              <a:rPr lang="tr-TR" sz="1900" dirty="0"/>
              <a:t> Belirtilen son yükleme tarihinden sonra sunumda herhangi bir </a:t>
            </a:r>
            <a:r>
              <a:rPr lang="tr-TR" sz="1900" b="1" dirty="0"/>
              <a:t>güncelleme yapılamayacaktır</a:t>
            </a:r>
            <a:r>
              <a:rPr lang="tr-TR" sz="1900" dirty="0"/>
              <a:t>.</a:t>
            </a:r>
          </a:p>
          <a:p>
            <a:pPr>
              <a:buFont typeface="Arial" panose="020B0604020202020204" pitchFamily="34" charset="0"/>
              <a:buChar char="•"/>
            </a:pPr>
            <a:r>
              <a:rPr lang="tr-TR" sz="1900" b="1" dirty="0"/>
              <a:t> Sunum dosyasında kaynak gösterimi için video veya </a:t>
            </a:r>
            <a:r>
              <a:rPr lang="tr-TR" sz="1900" b="1" dirty="0" err="1"/>
              <a:t>drive</a:t>
            </a:r>
            <a:r>
              <a:rPr lang="tr-TR" sz="1900" b="1" dirty="0"/>
              <a:t> linki </a:t>
            </a:r>
            <a:r>
              <a:rPr lang="tr-TR" sz="1900" b="1" u="sng" dirty="0"/>
              <a:t>eklenmemelidir</a:t>
            </a:r>
            <a:r>
              <a:rPr lang="tr-TR" sz="1900" dirty="0"/>
              <a:t>. Bu tür içerikler incelemeye alınmayacaktır.</a:t>
            </a:r>
          </a:p>
          <a:p>
            <a:pPr>
              <a:buFont typeface="Arial" panose="020B0604020202020204" pitchFamily="34" charset="0"/>
              <a:buChar char="•"/>
            </a:pPr>
            <a:r>
              <a:rPr lang="tr-TR" sz="1900" b="1" dirty="0"/>
              <a:t> Proje sunumu yalnızca takım üyeleri tarafından gerçekleştirilecektir</a:t>
            </a:r>
            <a:r>
              <a:rPr lang="tr-TR" sz="1900" dirty="0"/>
              <a:t>. </a:t>
            </a:r>
          </a:p>
          <a:p>
            <a:pPr>
              <a:buFont typeface="Arial" panose="020B0604020202020204" pitchFamily="34" charset="0"/>
              <a:buChar char="•"/>
            </a:pPr>
            <a:r>
              <a:rPr lang="tr-TR" sz="1900" dirty="0"/>
              <a:t> Sunuma </a:t>
            </a:r>
            <a:r>
              <a:rPr lang="tr-TR" sz="1900" b="1" dirty="0"/>
              <a:t>en az bir takım üyesinin katılımı zorunludur</a:t>
            </a:r>
            <a:r>
              <a:rPr lang="tr-TR" sz="1900" dirty="0"/>
              <a:t>. </a:t>
            </a:r>
          </a:p>
          <a:p>
            <a:pPr>
              <a:buFont typeface="Arial" panose="020B0604020202020204" pitchFamily="34" charset="0"/>
              <a:buChar char="•"/>
            </a:pPr>
            <a:r>
              <a:rPr lang="tr-TR" sz="1900" b="1" dirty="0"/>
              <a:t> Sunumlarını KYS sistemi üzerinden belirtilen süre içinde yüklemeyen takımlara randevu planlaması yapılmayacak ve sunum hakkı kaybedilecektir.</a:t>
            </a:r>
            <a:endParaRPr lang="tr-TR" sz="1900" dirty="0"/>
          </a:p>
        </p:txBody>
      </p:sp>
      <p:sp>
        <p:nvSpPr>
          <p:cNvPr id="3" name="TextBox 3"/>
          <p:cNvSpPr txBox="1"/>
          <p:nvPr/>
        </p:nvSpPr>
        <p:spPr>
          <a:xfrm>
            <a:off x="3149968" y="-175235"/>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100409" y="405356"/>
            <a:ext cx="18516599" cy="532453"/>
          </a:xfrm>
          <a:prstGeom prst="rect">
            <a:avLst/>
          </a:prstGeom>
        </p:spPr>
        <p:txBody>
          <a:bodyPr wrap="square" lIns="0" tIns="0" rIns="0" bIns="0" rtlCol="0" anchor="t">
            <a:spAutoFit/>
          </a:bodyPr>
          <a:lstStyle/>
          <a:p>
            <a:pPr algn="ctr">
              <a:lnSpc>
                <a:spcPts val="4759"/>
              </a:lnSpc>
            </a:pPr>
            <a:r>
              <a:rPr lang="en-US" sz="2400" b="1" u="sng" dirty="0">
                <a:solidFill>
                  <a:srgbClr val="DE2223"/>
                </a:solidFill>
                <a:latin typeface="Aileron Bold"/>
              </a:rPr>
              <a:t>SUNUMDA BU SAYFAYA YER VERİLMEYECEKTİR!!!</a:t>
            </a:r>
            <a:r>
              <a:rPr lang="tr-TR" sz="2400" b="1" u="sng" dirty="0">
                <a:solidFill>
                  <a:srgbClr val="DE2223"/>
                </a:solidFill>
                <a:latin typeface="Aileron Bold"/>
              </a:rPr>
              <a:t> </a:t>
            </a:r>
            <a:r>
              <a:rPr lang="en-US" sz="2400" b="1" u="sng" dirty="0">
                <a:solidFill>
                  <a:srgbClr val="DE2223"/>
                </a:solidFill>
                <a:latin typeface="Aileron Bold"/>
              </a:rPr>
              <a:t>(KURALLARA GÖRE HAZIRLANDIKTAN SONRA SİLİNMELİDİR.)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944</TotalTime>
  <Words>2143</Words>
  <Application>Microsoft Office PowerPoint</Application>
  <PresentationFormat>Özel</PresentationFormat>
  <Paragraphs>383</Paragraphs>
  <Slides>14</Slides>
  <Notes>1</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14</vt:i4>
      </vt:variant>
    </vt:vector>
  </HeadingPairs>
  <TitlesOfParts>
    <vt:vector size="25" baseType="lpstr">
      <vt:lpstr>Aileron Ultra-Bold</vt:lpstr>
      <vt:lpstr>Arial</vt:lpstr>
      <vt:lpstr>Calibri</vt:lpstr>
      <vt:lpstr>Aileron</vt:lpstr>
      <vt:lpstr>Aptos</vt:lpstr>
      <vt:lpstr>Aileron Bold</vt:lpstr>
      <vt:lpstr>Active Heart</vt:lpstr>
      <vt:lpstr>Arial Black</vt:lpstr>
      <vt:lpstr>Symbol</vt:lpstr>
      <vt:lpstr>Aileron Bold Italics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Gizem Karabacak</cp:lastModifiedBy>
  <cp:revision>39</cp:revision>
  <dcterms:created xsi:type="dcterms:W3CDTF">2006-08-16T00:00:00Z</dcterms:created>
  <dcterms:modified xsi:type="dcterms:W3CDTF">2025-04-25T09:25:31Z</dcterms:modified>
  <dc:identifier>DAGDnxWSptA</dc:identifier>
</cp:coreProperties>
</file>